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5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AC7386-9A93-4624-9479-CBB26E3DB4FA}" v="40" dt="2026-04-12T09:48:56.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 Carrigan" userId="06ffedf756070255" providerId="LiveId" clId="{A9D12A74-6AB7-47E1-8C79-A04651C846A0}"/>
    <pc:docChg chg="undo custSel addSld modSld sldOrd">
      <pc:chgData name="Justin Carrigan" userId="06ffedf756070255" providerId="LiveId" clId="{A9D12A74-6AB7-47E1-8C79-A04651C846A0}" dt="2026-04-12T09:49:04.582" v="4003" actId="1076"/>
      <pc:docMkLst>
        <pc:docMk/>
      </pc:docMkLst>
      <pc:sldChg chg="addSp delSp modSp new mod">
        <pc:chgData name="Justin Carrigan" userId="06ffedf756070255" providerId="LiveId" clId="{A9D12A74-6AB7-47E1-8C79-A04651C846A0}" dt="2026-04-12T09:49:04.582" v="4003" actId="1076"/>
        <pc:sldMkLst>
          <pc:docMk/>
          <pc:sldMk cId="207498063" sldId="256"/>
        </pc:sldMkLst>
        <pc:spChg chg="mod">
          <ac:chgData name="Justin Carrigan" userId="06ffedf756070255" providerId="LiveId" clId="{A9D12A74-6AB7-47E1-8C79-A04651C846A0}" dt="2026-04-12T08:46:26.985" v="171" actId="20577"/>
          <ac:spMkLst>
            <pc:docMk/>
            <pc:sldMk cId="207498063" sldId="256"/>
            <ac:spMk id="2" creationId="{03EB9A25-40C2-CA80-2BB7-F741D48523EB}"/>
          </ac:spMkLst>
        </pc:spChg>
        <pc:spChg chg="mod">
          <ac:chgData name="Justin Carrigan" userId="06ffedf756070255" providerId="LiveId" clId="{A9D12A74-6AB7-47E1-8C79-A04651C846A0}" dt="2026-04-12T08:46:37.375" v="203" actId="20577"/>
          <ac:spMkLst>
            <pc:docMk/>
            <pc:sldMk cId="207498063" sldId="256"/>
            <ac:spMk id="3" creationId="{9448D91E-D3E0-A367-AF36-A6EECBABAD87}"/>
          </ac:spMkLst>
        </pc:spChg>
        <pc:spChg chg="add del mod">
          <ac:chgData name="Justin Carrigan" userId="06ffedf756070255" providerId="LiveId" clId="{A9D12A74-6AB7-47E1-8C79-A04651C846A0}" dt="2026-04-12T09:48:28.620" v="3997" actId="11529"/>
          <ac:spMkLst>
            <pc:docMk/>
            <pc:sldMk cId="207498063" sldId="256"/>
            <ac:spMk id="4" creationId="{CB74E31D-E046-A3CD-FC10-14B4FE418D34}"/>
          </ac:spMkLst>
        </pc:spChg>
        <pc:spChg chg="add mod">
          <ac:chgData name="Justin Carrigan" userId="06ffedf756070255" providerId="LiveId" clId="{A9D12A74-6AB7-47E1-8C79-A04651C846A0}" dt="2026-04-12T09:48:52.395" v="4000" actId="207"/>
          <ac:spMkLst>
            <pc:docMk/>
            <pc:sldMk cId="207498063" sldId="256"/>
            <ac:spMk id="5" creationId="{249F4D8D-0000-D4B9-8FD0-DA150F2075C1}"/>
          </ac:spMkLst>
        </pc:spChg>
        <pc:spChg chg="add mod">
          <ac:chgData name="Justin Carrigan" userId="06ffedf756070255" providerId="LiveId" clId="{A9D12A74-6AB7-47E1-8C79-A04651C846A0}" dt="2026-04-12T09:49:04.582" v="4003" actId="1076"/>
          <ac:spMkLst>
            <pc:docMk/>
            <pc:sldMk cId="207498063" sldId="256"/>
            <ac:spMk id="6" creationId="{2A9E6D12-251B-19B9-F39C-E38340575778}"/>
          </ac:spMkLst>
        </pc:spChg>
      </pc:sldChg>
      <pc:sldChg chg="addSp modSp new mod ord">
        <pc:chgData name="Justin Carrigan" userId="06ffedf756070255" providerId="LiveId" clId="{A9D12A74-6AB7-47E1-8C79-A04651C846A0}" dt="2026-04-12T09:48:01.015" v="3991" actId="1076"/>
        <pc:sldMkLst>
          <pc:docMk/>
          <pc:sldMk cId="1358772162" sldId="257"/>
        </pc:sldMkLst>
        <pc:spChg chg="mod">
          <ac:chgData name="Justin Carrigan" userId="06ffedf756070255" providerId="LiveId" clId="{A9D12A74-6AB7-47E1-8C79-A04651C846A0}" dt="2026-04-12T08:48:29.996" v="217" actId="122"/>
          <ac:spMkLst>
            <pc:docMk/>
            <pc:sldMk cId="1358772162" sldId="257"/>
            <ac:spMk id="2" creationId="{7C81C485-5D1B-F65E-C9EA-173C5B7269A5}"/>
          </ac:spMkLst>
        </pc:spChg>
        <pc:spChg chg="mod">
          <ac:chgData name="Justin Carrigan" userId="06ffedf756070255" providerId="LiveId" clId="{A9D12A74-6AB7-47E1-8C79-A04651C846A0}" dt="2026-04-12T08:56:26.648" v="277" actId="20577"/>
          <ac:spMkLst>
            <pc:docMk/>
            <pc:sldMk cId="1358772162" sldId="257"/>
            <ac:spMk id="3" creationId="{9F7DC130-582E-EBDE-5D5A-0FC65E580511}"/>
          </ac:spMkLst>
        </pc:spChg>
        <pc:cxnChg chg="add mod">
          <ac:chgData name="Justin Carrigan" userId="06ffedf756070255" providerId="LiveId" clId="{A9D12A74-6AB7-47E1-8C79-A04651C846A0}" dt="2026-04-12T09:48:01.015" v="3991" actId="1076"/>
          <ac:cxnSpMkLst>
            <pc:docMk/>
            <pc:sldMk cId="1358772162" sldId="257"/>
            <ac:cxnSpMk id="4" creationId="{A42E48B3-71C1-3756-1169-3636C0EBD377}"/>
          </ac:cxnSpMkLst>
        </pc:cxnChg>
      </pc:sldChg>
      <pc:sldChg chg="addSp delSp modSp new mod">
        <pc:chgData name="Justin Carrigan" userId="06ffedf756070255" providerId="LiveId" clId="{A9D12A74-6AB7-47E1-8C79-A04651C846A0}" dt="2026-04-12T09:11:02.720" v="1326" actId="20577"/>
        <pc:sldMkLst>
          <pc:docMk/>
          <pc:sldMk cId="1137932366" sldId="258"/>
        </pc:sldMkLst>
        <pc:spChg chg="add mod">
          <ac:chgData name="Justin Carrigan" userId="06ffedf756070255" providerId="LiveId" clId="{A9D12A74-6AB7-47E1-8C79-A04651C846A0}" dt="2026-04-12T08:59:17.842" v="333" actId="1076"/>
          <ac:spMkLst>
            <pc:docMk/>
            <pc:sldMk cId="1137932366" sldId="258"/>
            <ac:spMk id="2" creationId="{8CDA4897-1C55-8A64-2299-6D7D9B161BA8}"/>
          </ac:spMkLst>
        </pc:spChg>
        <pc:spChg chg="add del">
          <ac:chgData name="Justin Carrigan" userId="06ffedf756070255" providerId="LiveId" clId="{A9D12A74-6AB7-47E1-8C79-A04651C846A0}" dt="2026-04-12T08:59:25.577" v="335" actId="22"/>
          <ac:spMkLst>
            <pc:docMk/>
            <pc:sldMk cId="1137932366" sldId="258"/>
            <ac:spMk id="4" creationId="{37E888E6-FC1F-BCD3-4BC9-08D3776390B9}"/>
          </ac:spMkLst>
        </pc:spChg>
        <pc:spChg chg="add mod">
          <ac:chgData name="Justin Carrigan" userId="06ffedf756070255" providerId="LiveId" clId="{A9D12A74-6AB7-47E1-8C79-A04651C846A0}" dt="2026-04-12T09:08:09.318" v="942" actId="115"/>
          <ac:spMkLst>
            <pc:docMk/>
            <pc:sldMk cId="1137932366" sldId="258"/>
            <ac:spMk id="5" creationId="{AC03E27B-294D-BFA1-8591-E8EDEC621FAC}"/>
          </ac:spMkLst>
        </pc:spChg>
        <pc:spChg chg="add del mod">
          <ac:chgData name="Justin Carrigan" userId="06ffedf756070255" providerId="LiveId" clId="{A9D12A74-6AB7-47E1-8C79-A04651C846A0}" dt="2026-04-12T09:02:34.092" v="417" actId="21"/>
          <ac:spMkLst>
            <pc:docMk/>
            <pc:sldMk cId="1137932366" sldId="258"/>
            <ac:spMk id="6" creationId="{BCD08BEE-E3E8-4657-73CD-2C955B059656}"/>
          </ac:spMkLst>
        </pc:spChg>
        <pc:spChg chg="add mod">
          <ac:chgData name="Justin Carrigan" userId="06ffedf756070255" providerId="LiveId" clId="{A9D12A74-6AB7-47E1-8C79-A04651C846A0}" dt="2026-04-12T09:08:01.502" v="940" actId="115"/>
          <ac:spMkLst>
            <pc:docMk/>
            <pc:sldMk cId="1137932366" sldId="258"/>
            <ac:spMk id="12" creationId="{AF3431EF-621F-188C-5771-9669929A82F8}"/>
          </ac:spMkLst>
        </pc:spChg>
        <pc:spChg chg="add mod">
          <ac:chgData name="Justin Carrigan" userId="06ffedf756070255" providerId="LiveId" clId="{A9D12A74-6AB7-47E1-8C79-A04651C846A0}" dt="2026-04-12T09:07:58.087" v="939" actId="115"/>
          <ac:spMkLst>
            <pc:docMk/>
            <pc:sldMk cId="1137932366" sldId="258"/>
            <ac:spMk id="13" creationId="{17910BF7-214C-A8B1-BCFE-1E14296E4049}"/>
          </ac:spMkLst>
        </pc:spChg>
        <pc:spChg chg="add mod">
          <ac:chgData name="Justin Carrigan" userId="06ffedf756070255" providerId="LiveId" clId="{A9D12A74-6AB7-47E1-8C79-A04651C846A0}" dt="2026-04-12T09:08:05.778" v="941" actId="115"/>
          <ac:spMkLst>
            <pc:docMk/>
            <pc:sldMk cId="1137932366" sldId="258"/>
            <ac:spMk id="14" creationId="{03C75F1E-3B1D-184D-AE30-2EFA39253F6D}"/>
          </ac:spMkLst>
        </pc:spChg>
        <pc:spChg chg="add mod">
          <ac:chgData name="Justin Carrigan" userId="06ffedf756070255" providerId="LiveId" clId="{A9D12A74-6AB7-47E1-8C79-A04651C846A0}" dt="2026-04-12T09:06:55.841" v="849" actId="20577"/>
          <ac:spMkLst>
            <pc:docMk/>
            <pc:sldMk cId="1137932366" sldId="258"/>
            <ac:spMk id="15" creationId="{FD99B700-1B97-8EAE-112E-D4E12FF5C849}"/>
          </ac:spMkLst>
        </pc:spChg>
        <pc:spChg chg="add mod">
          <ac:chgData name="Justin Carrigan" userId="06ffedf756070255" providerId="LiveId" clId="{A9D12A74-6AB7-47E1-8C79-A04651C846A0}" dt="2026-04-12T09:07:47.235" v="938" actId="33524"/>
          <ac:spMkLst>
            <pc:docMk/>
            <pc:sldMk cId="1137932366" sldId="258"/>
            <ac:spMk id="16" creationId="{0BD52EEF-E073-D7C5-0A45-B763268E8AB2}"/>
          </ac:spMkLst>
        </pc:spChg>
        <pc:spChg chg="add mod">
          <ac:chgData name="Justin Carrigan" userId="06ffedf756070255" providerId="LiveId" clId="{A9D12A74-6AB7-47E1-8C79-A04651C846A0}" dt="2026-04-12T09:09:40.480" v="1170" actId="20577"/>
          <ac:spMkLst>
            <pc:docMk/>
            <pc:sldMk cId="1137932366" sldId="258"/>
            <ac:spMk id="17" creationId="{C0A8292A-1E22-C812-295D-5C622966D4B7}"/>
          </ac:spMkLst>
        </pc:spChg>
        <pc:spChg chg="add mod">
          <ac:chgData name="Justin Carrigan" userId="06ffedf756070255" providerId="LiveId" clId="{A9D12A74-6AB7-47E1-8C79-A04651C846A0}" dt="2026-04-12T09:11:02.720" v="1326" actId="20577"/>
          <ac:spMkLst>
            <pc:docMk/>
            <pc:sldMk cId="1137932366" sldId="258"/>
            <ac:spMk id="18" creationId="{7BD6266A-FCF5-AABB-3DFE-193CB3371154}"/>
          </ac:spMkLst>
        </pc:spChg>
        <pc:cxnChg chg="add mod">
          <ac:chgData name="Justin Carrigan" userId="06ffedf756070255" providerId="LiveId" clId="{A9D12A74-6AB7-47E1-8C79-A04651C846A0}" dt="2026-04-12T09:01:09.848" v="367" actId="208"/>
          <ac:cxnSpMkLst>
            <pc:docMk/>
            <pc:sldMk cId="1137932366" sldId="258"/>
            <ac:cxnSpMk id="8" creationId="{4B3A0952-B53F-40CE-2744-92FA019435BC}"/>
          </ac:cxnSpMkLst>
        </pc:cxnChg>
        <pc:cxnChg chg="add mod">
          <ac:chgData name="Justin Carrigan" userId="06ffedf756070255" providerId="LiveId" clId="{A9D12A74-6AB7-47E1-8C79-A04651C846A0}" dt="2026-04-12T09:01:40.151" v="406" actId="14100"/>
          <ac:cxnSpMkLst>
            <pc:docMk/>
            <pc:sldMk cId="1137932366" sldId="258"/>
            <ac:cxnSpMk id="9" creationId="{D5BAFD71-BBFF-8A22-17C0-3C4EBCFBF5D1}"/>
          </ac:cxnSpMkLst>
        </pc:cxnChg>
        <pc:cxnChg chg="add mod">
          <ac:chgData name="Justin Carrigan" userId="06ffedf756070255" providerId="LiveId" clId="{A9D12A74-6AB7-47E1-8C79-A04651C846A0}" dt="2026-04-12T09:01:54.021" v="409" actId="12788"/>
          <ac:cxnSpMkLst>
            <pc:docMk/>
            <pc:sldMk cId="1137932366" sldId="258"/>
            <ac:cxnSpMk id="11" creationId="{4802984F-BFF4-62A2-FD8B-43E6D9D9B4DD}"/>
          </ac:cxnSpMkLst>
        </pc:cxnChg>
      </pc:sldChg>
      <pc:sldChg chg="addSp delSp modSp new mod">
        <pc:chgData name="Justin Carrigan" userId="06ffedf756070255" providerId="LiveId" clId="{A9D12A74-6AB7-47E1-8C79-A04651C846A0}" dt="2026-04-12T09:37:15.490" v="2792" actId="14100"/>
        <pc:sldMkLst>
          <pc:docMk/>
          <pc:sldMk cId="4203308936" sldId="259"/>
        </pc:sldMkLst>
        <pc:spChg chg="mod">
          <ac:chgData name="Justin Carrigan" userId="06ffedf756070255" providerId="LiveId" clId="{A9D12A74-6AB7-47E1-8C79-A04651C846A0}" dt="2026-04-12T09:36:49.578" v="2737" actId="1035"/>
          <ac:spMkLst>
            <pc:docMk/>
            <pc:sldMk cId="4203308936" sldId="259"/>
            <ac:spMk id="2" creationId="{7778939E-E421-D3B2-00B8-32EEE9D013B0}"/>
          </ac:spMkLst>
        </pc:spChg>
        <pc:spChg chg="mod">
          <ac:chgData name="Justin Carrigan" userId="06ffedf756070255" providerId="LiveId" clId="{A9D12A74-6AB7-47E1-8C79-A04651C846A0}" dt="2026-04-12T09:18:58.571" v="1630" actId="465"/>
          <ac:spMkLst>
            <pc:docMk/>
            <pc:sldMk cId="4203308936" sldId="259"/>
            <ac:spMk id="3" creationId="{2FF863B8-02DF-0B51-A2A5-EDA4C23BA463}"/>
          </ac:spMkLst>
        </pc:spChg>
        <pc:spChg chg="add mod">
          <ac:chgData name="Justin Carrigan" userId="06ffedf756070255" providerId="LiveId" clId="{A9D12A74-6AB7-47E1-8C79-A04651C846A0}" dt="2026-04-12T09:27:02.391" v="1795" actId="27636"/>
          <ac:spMkLst>
            <pc:docMk/>
            <pc:sldMk cId="4203308936" sldId="259"/>
            <ac:spMk id="5" creationId="{DFF538FE-AFE2-B418-7E12-87D4DB83B3B9}"/>
          </ac:spMkLst>
        </pc:spChg>
        <pc:spChg chg="add mod">
          <ac:chgData name="Justin Carrigan" userId="06ffedf756070255" providerId="LiveId" clId="{A9D12A74-6AB7-47E1-8C79-A04651C846A0}" dt="2026-04-12T09:31:22.393" v="2163" actId="20577"/>
          <ac:spMkLst>
            <pc:docMk/>
            <pc:sldMk cId="4203308936" sldId="259"/>
            <ac:spMk id="6" creationId="{B17683D7-A2AB-069B-6506-B2817F60425C}"/>
          </ac:spMkLst>
        </pc:spChg>
        <pc:spChg chg="add mod">
          <ac:chgData name="Justin Carrigan" userId="06ffedf756070255" providerId="LiveId" clId="{A9D12A74-6AB7-47E1-8C79-A04651C846A0}" dt="2026-04-12T09:30:28.152" v="2098" actId="20577"/>
          <ac:spMkLst>
            <pc:docMk/>
            <pc:sldMk cId="4203308936" sldId="259"/>
            <ac:spMk id="7" creationId="{6DD72D6C-9025-C41F-B240-90EB6F9736E9}"/>
          </ac:spMkLst>
        </pc:spChg>
        <pc:spChg chg="add mod">
          <ac:chgData name="Justin Carrigan" userId="06ffedf756070255" providerId="LiveId" clId="{A9D12A74-6AB7-47E1-8C79-A04651C846A0}" dt="2026-04-12T09:35:34.355" v="2723" actId="1036"/>
          <ac:spMkLst>
            <pc:docMk/>
            <pc:sldMk cId="4203308936" sldId="259"/>
            <ac:spMk id="10" creationId="{39621EA8-1089-FF7D-0700-C7E8DBE71AA2}"/>
          </ac:spMkLst>
        </pc:spChg>
        <pc:spChg chg="add mod">
          <ac:chgData name="Justin Carrigan" userId="06ffedf756070255" providerId="LiveId" clId="{A9D12A74-6AB7-47E1-8C79-A04651C846A0}" dt="2026-04-12T09:33:58.776" v="2587" actId="20577"/>
          <ac:spMkLst>
            <pc:docMk/>
            <pc:sldMk cId="4203308936" sldId="259"/>
            <ac:spMk id="11" creationId="{A0E7154E-3D8F-6376-D1CC-AAC17163CE8A}"/>
          </ac:spMkLst>
        </pc:spChg>
        <pc:spChg chg="add mod">
          <ac:chgData name="Justin Carrigan" userId="06ffedf756070255" providerId="LiveId" clId="{A9D12A74-6AB7-47E1-8C79-A04651C846A0}" dt="2026-04-12T09:32:45.163" v="2375" actId="20577"/>
          <ac:spMkLst>
            <pc:docMk/>
            <pc:sldMk cId="4203308936" sldId="259"/>
            <ac:spMk id="12" creationId="{22611BA4-1227-F2FA-B75C-40DF075CE993}"/>
          </ac:spMkLst>
        </pc:spChg>
        <pc:spChg chg="add mod">
          <ac:chgData name="Justin Carrigan" userId="06ffedf756070255" providerId="LiveId" clId="{A9D12A74-6AB7-47E1-8C79-A04651C846A0}" dt="2026-04-12T09:31:48.328" v="2216" actId="20577"/>
          <ac:spMkLst>
            <pc:docMk/>
            <pc:sldMk cId="4203308936" sldId="259"/>
            <ac:spMk id="13" creationId="{259306AD-B21D-62EA-2B44-F206D489F4A9}"/>
          </ac:spMkLst>
        </pc:spChg>
        <pc:spChg chg="add mod">
          <ac:chgData name="Justin Carrigan" userId="06ffedf756070255" providerId="LiveId" clId="{A9D12A74-6AB7-47E1-8C79-A04651C846A0}" dt="2026-04-12T09:25:39.088" v="1699" actId="14861"/>
          <ac:spMkLst>
            <pc:docMk/>
            <pc:sldMk cId="4203308936" sldId="259"/>
            <ac:spMk id="29" creationId="{1E6C4ADF-DFCA-83F5-DF07-48F9035C9E46}"/>
          </ac:spMkLst>
        </pc:spChg>
        <pc:spChg chg="add mod">
          <ac:chgData name="Justin Carrigan" userId="06ffedf756070255" providerId="LiveId" clId="{A9D12A74-6AB7-47E1-8C79-A04651C846A0}" dt="2026-04-12T09:25:44.580" v="1701" actId="14861"/>
          <ac:spMkLst>
            <pc:docMk/>
            <pc:sldMk cId="4203308936" sldId="259"/>
            <ac:spMk id="30" creationId="{3BF9BBE4-3C40-1F27-03D7-2DF147D12568}"/>
          </ac:spMkLst>
        </pc:spChg>
        <pc:spChg chg="add mod">
          <ac:chgData name="Justin Carrigan" userId="06ffedf756070255" providerId="LiveId" clId="{A9D12A74-6AB7-47E1-8C79-A04651C846A0}" dt="2026-04-12T09:25:49.336" v="1703" actId="14861"/>
          <ac:spMkLst>
            <pc:docMk/>
            <pc:sldMk cId="4203308936" sldId="259"/>
            <ac:spMk id="31" creationId="{9D839823-EE37-6CAE-1758-0E0B63B06D3F}"/>
          </ac:spMkLst>
        </pc:spChg>
        <pc:spChg chg="add mod">
          <ac:chgData name="Justin Carrigan" userId="06ffedf756070255" providerId="LiveId" clId="{A9D12A74-6AB7-47E1-8C79-A04651C846A0}" dt="2026-04-12T09:25:54.056" v="1705" actId="14861"/>
          <ac:spMkLst>
            <pc:docMk/>
            <pc:sldMk cId="4203308936" sldId="259"/>
            <ac:spMk id="32" creationId="{107C37BA-4178-F6E4-C177-9430412749F7}"/>
          </ac:spMkLst>
        </pc:spChg>
        <pc:spChg chg="add mod">
          <ac:chgData name="Justin Carrigan" userId="06ffedf756070255" providerId="LiveId" clId="{A9D12A74-6AB7-47E1-8C79-A04651C846A0}" dt="2026-04-12T09:25:59.543" v="1707" actId="14861"/>
          <ac:spMkLst>
            <pc:docMk/>
            <pc:sldMk cId="4203308936" sldId="259"/>
            <ac:spMk id="33" creationId="{70B80D67-4B2B-6589-BA00-ABBD60D78258}"/>
          </ac:spMkLst>
        </pc:spChg>
        <pc:spChg chg="add mod">
          <ac:chgData name="Justin Carrigan" userId="06ffedf756070255" providerId="LiveId" clId="{A9D12A74-6AB7-47E1-8C79-A04651C846A0}" dt="2026-04-12T09:26:05.161" v="1709" actId="14861"/>
          <ac:spMkLst>
            <pc:docMk/>
            <pc:sldMk cId="4203308936" sldId="259"/>
            <ac:spMk id="34" creationId="{71CBA240-3086-B7AA-88BA-0855E81349F1}"/>
          </ac:spMkLst>
        </pc:spChg>
        <pc:spChg chg="add mod">
          <ac:chgData name="Justin Carrigan" userId="06ffedf756070255" providerId="LiveId" clId="{A9D12A74-6AB7-47E1-8C79-A04651C846A0}" dt="2026-04-12T09:26:12.272" v="1711" actId="14861"/>
          <ac:spMkLst>
            <pc:docMk/>
            <pc:sldMk cId="4203308936" sldId="259"/>
            <ac:spMk id="35" creationId="{3C970B21-98FE-3B73-97C7-C12F5E851E82}"/>
          </ac:spMkLst>
        </pc:spChg>
        <pc:cxnChg chg="add mod">
          <ac:chgData name="Justin Carrigan" userId="06ffedf756070255" providerId="LiveId" clId="{A9D12A74-6AB7-47E1-8C79-A04651C846A0}" dt="2026-04-12T09:36:58.155" v="2765" actId="1035"/>
          <ac:cxnSpMkLst>
            <pc:docMk/>
            <pc:sldMk cId="4203308936" sldId="259"/>
            <ac:cxnSpMk id="4" creationId="{6EC6587E-853B-A474-EF68-3FD3AEEDA81C}"/>
          </ac:cxnSpMkLst>
        </pc:cxnChg>
        <pc:cxnChg chg="add mod">
          <ac:chgData name="Justin Carrigan" userId="06ffedf756070255" providerId="LiveId" clId="{A9D12A74-6AB7-47E1-8C79-A04651C846A0}" dt="2026-04-12T09:37:15.490" v="2792" actId="14100"/>
          <ac:cxnSpMkLst>
            <pc:docMk/>
            <pc:sldMk cId="4203308936" sldId="259"/>
            <ac:cxnSpMk id="8" creationId="{3B11E773-2836-14FC-6801-6E2822867E53}"/>
          </ac:cxnSpMkLst>
        </pc:cxnChg>
        <pc:cxnChg chg="add mod">
          <ac:chgData name="Justin Carrigan" userId="06ffedf756070255" providerId="LiveId" clId="{A9D12A74-6AB7-47E1-8C79-A04651C846A0}" dt="2026-04-12T09:17:57.073" v="1621"/>
          <ac:cxnSpMkLst>
            <pc:docMk/>
            <pc:sldMk cId="4203308936" sldId="259"/>
            <ac:cxnSpMk id="9" creationId="{169512DE-58D4-A794-E1AA-B18C7415C79A}"/>
          </ac:cxnSpMkLst>
        </pc:cxnChg>
        <pc:cxnChg chg="add del mod">
          <ac:chgData name="Justin Carrigan" userId="06ffedf756070255" providerId="LiveId" clId="{A9D12A74-6AB7-47E1-8C79-A04651C846A0}" dt="2026-04-12T09:21:36.051" v="1661" actId="21"/>
          <ac:cxnSpMkLst>
            <pc:docMk/>
            <pc:sldMk cId="4203308936" sldId="259"/>
            <ac:cxnSpMk id="15" creationId="{1B9710E6-B183-B62D-359F-52EA73872F4A}"/>
          </ac:cxnSpMkLst>
        </pc:cxnChg>
        <pc:cxnChg chg="add del mod">
          <ac:chgData name="Justin Carrigan" userId="06ffedf756070255" providerId="LiveId" clId="{A9D12A74-6AB7-47E1-8C79-A04651C846A0}" dt="2026-04-12T09:23:04.480" v="1678" actId="21"/>
          <ac:cxnSpMkLst>
            <pc:docMk/>
            <pc:sldMk cId="4203308936" sldId="259"/>
            <ac:cxnSpMk id="20" creationId="{74C09E95-2A7A-C495-3DBE-EA9E65A9CF8F}"/>
          </ac:cxnSpMkLst>
        </pc:cxnChg>
      </pc:sldChg>
      <pc:sldChg chg="addSp modSp new mod">
        <pc:chgData name="Justin Carrigan" userId="06ffedf756070255" providerId="LiveId" clId="{A9D12A74-6AB7-47E1-8C79-A04651C846A0}" dt="2026-04-12T09:44:01.896" v="3420" actId="1076"/>
        <pc:sldMkLst>
          <pc:docMk/>
          <pc:sldMk cId="346146030" sldId="260"/>
        </pc:sldMkLst>
        <pc:spChg chg="mod">
          <ac:chgData name="Justin Carrigan" userId="06ffedf756070255" providerId="LiveId" clId="{A9D12A74-6AB7-47E1-8C79-A04651C846A0}" dt="2026-04-12T09:37:45.871" v="2813" actId="1076"/>
          <ac:spMkLst>
            <pc:docMk/>
            <pc:sldMk cId="346146030" sldId="260"/>
            <ac:spMk id="2" creationId="{5B2FF6F5-851C-F17C-D581-3672D95E6FB4}"/>
          </ac:spMkLst>
        </pc:spChg>
        <pc:spChg chg="mod">
          <ac:chgData name="Justin Carrigan" userId="06ffedf756070255" providerId="LiveId" clId="{A9D12A74-6AB7-47E1-8C79-A04651C846A0}" dt="2026-04-12T09:44:01.896" v="3420" actId="1076"/>
          <ac:spMkLst>
            <pc:docMk/>
            <pc:sldMk cId="346146030" sldId="260"/>
            <ac:spMk id="3" creationId="{484F091F-8658-7D96-3AAA-EF60ED1AB1C3}"/>
          </ac:spMkLst>
        </pc:spChg>
        <pc:cxnChg chg="add mod">
          <ac:chgData name="Justin Carrigan" userId="06ffedf756070255" providerId="LiveId" clId="{A9D12A74-6AB7-47E1-8C79-A04651C846A0}" dt="2026-04-12T09:43:31.200" v="3419"/>
          <ac:cxnSpMkLst>
            <pc:docMk/>
            <pc:sldMk cId="346146030" sldId="260"/>
            <ac:cxnSpMk id="4" creationId="{6B8AAB7A-9C03-6868-B653-0308FC73F9C1}"/>
          </ac:cxnSpMkLst>
        </pc:cxnChg>
      </pc:sldChg>
      <pc:sldChg chg="modSp add mod">
        <pc:chgData name="Justin Carrigan" userId="06ffedf756070255" providerId="LiveId" clId="{A9D12A74-6AB7-47E1-8C79-A04651C846A0}" dt="2026-04-12T09:47:38.246" v="3989" actId="20577"/>
        <pc:sldMkLst>
          <pc:docMk/>
          <pc:sldMk cId="2378289358" sldId="261"/>
        </pc:sldMkLst>
        <pc:spChg chg="mod">
          <ac:chgData name="Justin Carrigan" userId="06ffedf756070255" providerId="LiveId" clId="{A9D12A74-6AB7-47E1-8C79-A04651C846A0}" dt="2026-04-12T09:44:42.067" v="3437" actId="20577"/>
          <ac:spMkLst>
            <pc:docMk/>
            <pc:sldMk cId="2378289358" sldId="261"/>
            <ac:spMk id="2" creationId="{4A6AC114-BC54-BA3F-B69A-4D95A72AE862}"/>
          </ac:spMkLst>
        </pc:spChg>
        <pc:spChg chg="mod">
          <ac:chgData name="Justin Carrigan" userId="06ffedf756070255" providerId="LiveId" clId="{A9D12A74-6AB7-47E1-8C79-A04651C846A0}" dt="2026-04-12T09:47:38.246" v="3989" actId="20577"/>
          <ac:spMkLst>
            <pc:docMk/>
            <pc:sldMk cId="2378289358" sldId="261"/>
            <ac:spMk id="3" creationId="{3F97FA9F-8E67-F71D-9AD7-EB0F615B587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BDE03-3CC1-F180-3EDC-2D434DADFE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773F4B-788C-5C7D-51C4-A0B69C17E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39B7A1-E67B-120A-5681-920D53BF6B80}"/>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5" name="Footer Placeholder 4">
            <a:extLst>
              <a:ext uri="{FF2B5EF4-FFF2-40B4-BE49-F238E27FC236}">
                <a16:creationId xmlns:a16="http://schemas.microsoft.com/office/drawing/2014/main" id="{24962181-1F35-A6B6-488B-4D3FD6F03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8EEF2-3737-7CB8-514C-A8651829FC6E}"/>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2125355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96D8B-DCB6-7D40-976A-519B6BB32E1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4100AF-2E39-07AD-4632-C17996C0A3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888137-72A4-89A5-E7D7-A680DC9E5430}"/>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5" name="Footer Placeholder 4">
            <a:extLst>
              <a:ext uri="{FF2B5EF4-FFF2-40B4-BE49-F238E27FC236}">
                <a16:creationId xmlns:a16="http://schemas.microsoft.com/office/drawing/2014/main" id="{CB2A7274-C856-5D58-C865-9BF0906828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3C659-FBC2-FE13-DEA9-AD9C31365CC6}"/>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2556122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D175-FEE3-86A9-CDD4-1DEFBCC53FD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E81347-6A8E-9AC7-8376-B38D6651FF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C984FD-936B-5497-3FEA-6962AADA65FB}"/>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5" name="Footer Placeholder 4">
            <a:extLst>
              <a:ext uri="{FF2B5EF4-FFF2-40B4-BE49-F238E27FC236}">
                <a16:creationId xmlns:a16="http://schemas.microsoft.com/office/drawing/2014/main" id="{3296BA2B-5D53-97F1-D0A1-CBBC782A8B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18250-8F95-9E1D-AD89-A529A86E92B0}"/>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33389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6BAC-0318-F876-D17B-8A407E0302C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76E946-5641-C81C-9E35-AB28A8D9C4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F3B6EF-3B4C-25B8-7889-0EE9E63ADB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FE6319-083C-7B86-E097-0E75A46547F4}"/>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6" name="Footer Placeholder 5">
            <a:extLst>
              <a:ext uri="{FF2B5EF4-FFF2-40B4-BE49-F238E27FC236}">
                <a16:creationId xmlns:a16="http://schemas.microsoft.com/office/drawing/2014/main" id="{FB888334-72B6-564C-12A2-68F5B98D4E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A3A333-C294-62B8-15BF-11AD5BEF5A03}"/>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2784540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A72F5-7933-4935-CC33-131332AA32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219B83-FB82-D40F-15EF-FA4E249101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850BE5-0D39-C79D-D8C0-3726991507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BF43DD-2D32-71AF-B302-3763ADC334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A18BC8-C2E3-2178-B969-1A37AE55590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BF49722-FC7E-D1CE-0809-010E7A35E5B6}"/>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8" name="Footer Placeholder 7">
            <a:extLst>
              <a:ext uri="{FF2B5EF4-FFF2-40B4-BE49-F238E27FC236}">
                <a16:creationId xmlns:a16="http://schemas.microsoft.com/office/drawing/2014/main" id="{C8456925-06A6-513E-3899-3431041A39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901C16B-9900-71FD-D1D5-CF403382EC40}"/>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4071964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CEA82-C2D8-0354-83E7-7B030EE5CB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4C0AA9-9078-51BE-F237-68A741D366F8}"/>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4" name="Footer Placeholder 3">
            <a:extLst>
              <a:ext uri="{FF2B5EF4-FFF2-40B4-BE49-F238E27FC236}">
                <a16:creationId xmlns:a16="http://schemas.microsoft.com/office/drawing/2014/main" id="{8196EDBB-D6D7-C32C-FD2D-9DE6AC5A66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5A9612-02EA-9E61-CD12-73A96F3DCAEF}"/>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2338875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C73A01-C0D1-E74F-7FCF-ED027B66E726}"/>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3" name="Footer Placeholder 2">
            <a:extLst>
              <a:ext uri="{FF2B5EF4-FFF2-40B4-BE49-F238E27FC236}">
                <a16:creationId xmlns:a16="http://schemas.microsoft.com/office/drawing/2014/main" id="{DE62C3F8-5181-CCFE-4A1D-B881A15BCE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762360-155F-FA3C-CE25-A627A9B8D132}"/>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971851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389D8-F078-5204-52F0-278FB85233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8DD5B6-7309-4475-9EB7-98AFAF8D66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837B47-9B4B-22E5-75C2-503BB9FE92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62AC4-C5E6-B888-883B-9BBA3C4B3EBC}"/>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6" name="Footer Placeholder 5">
            <a:extLst>
              <a:ext uri="{FF2B5EF4-FFF2-40B4-BE49-F238E27FC236}">
                <a16:creationId xmlns:a16="http://schemas.microsoft.com/office/drawing/2014/main" id="{9565C5D2-DECF-EFB1-3095-ED33D931DE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88E284-48C3-620E-5D80-C2EA79A8A8DE}"/>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290667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C86B0-8772-4AB7-26C1-D9E1BB8464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E02562-5DC9-C9F5-40FF-C82EA2EC98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30E541-0F4F-9BCE-404B-925C2BB5BD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38942-9B47-7368-A2A7-404C710566CA}"/>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6" name="Footer Placeholder 5">
            <a:extLst>
              <a:ext uri="{FF2B5EF4-FFF2-40B4-BE49-F238E27FC236}">
                <a16:creationId xmlns:a16="http://schemas.microsoft.com/office/drawing/2014/main" id="{255AB8E7-AE28-4A6E-05F5-EABA1B57E3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E18136-CBA2-EEAA-507D-B1834537C98D}"/>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2578044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49CAE-5D3A-A9D0-C3A3-C7EB8B471A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6348A8-416E-EA68-85A7-A9F8FA7CB1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6E2CD7-6307-FC19-ABF2-DC072407D4D5}"/>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5" name="Footer Placeholder 4">
            <a:extLst>
              <a:ext uri="{FF2B5EF4-FFF2-40B4-BE49-F238E27FC236}">
                <a16:creationId xmlns:a16="http://schemas.microsoft.com/office/drawing/2014/main" id="{0DA1465E-3A6F-537C-AFE2-28CEAA2A62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D3F2E9-03D6-09CB-683B-34F785A0A395}"/>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430720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1F5748-55B3-084C-4D22-5DEB6FC728F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A764C8-B95A-F202-2C27-B262D8D817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6CD578-34B6-9B7B-FE5E-8730223BAC16}"/>
              </a:ext>
            </a:extLst>
          </p:cNvPr>
          <p:cNvSpPr>
            <a:spLocks noGrp="1"/>
          </p:cNvSpPr>
          <p:nvPr>
            <p:ph type="dt" sz="half" idx="10"/>
          </p:nvPr>
        </p:nvSpPr>
        <p:spPr/>
        <p:txBody>
          <a:bodyPr/>
          <a:lstStyle/>
          <a:p>
            <a:fld id="{7A4DA0B9-2721-4456-B015-74B0A4655B65}" type="datetimeFigureOut">
              <a:rPr lang="en-US" smtClean="0"/>
              <a:t>4/12/2026</a:t>
            </a:fld>
            <a:endParaRPr lang="en-US"/>
          </a:p>
        </p:txBody>
      </p:sp>
      <p:sp>
        <p:nvSpPr>
          <p:cNvPr id="5" name="Footer Placeholder 4">
            <a:extLst>
              <a:ext uri="{FF2B5EF4-FFF2-40B4-BE49-F238E27FC236}">
                <a16:creationId xmlns:a16="http://schemas.microsoft.com/office/drawing/2014/main" id="{340CE8BF-BC7F-1F99-A44E-308E1C728D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14398-15F6-DB59-1637-5262E8A949F2}"/>
              </a:ext>
            </a:extLst>
          </p:cNvPr>
          <p:cNvSpPr>
            <a:spLocks noGrp="1"/>
          </p:cNvSpPr>
          <p:nvPr>
            <p:ph type="sldNum" sz="quarter" idx="12"/>
          </p:nvPr>
        </p:nvSpPr>
        <p:spPr/>
        <p:txBody>
          <a:bodyPr/>
          <a:lstStyle/>
          <a:p>
            <a:fld id="{550E8D68-98CC-4F8C-A8C7-AF3792967F8F}" type="slidenum">
              <a:rPr lang="en-US" smtClean="0"/>
              <a:t>‹#›</a:t>
            </a:fld>
            <a:endParaRPr lang="en-US"/>
          </a:p>
        </p:txBody>
      </p:sp>
    </p:spTree>
    <p:extLst>
      <p:ext uri="{BB962C8B-B14F-4D97-AF65-F5344CB8AC3E}">
        <p14:creationId xmlns:p14="http://schemas.microsoft.com/office/powerpoint/2010/main" val="227252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9FBB764-9537-483D-2C76-FF504DA961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9C2E92-F8EB-2C8B-C15E-E2CA2B37E4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9932EE-248C-26F8-265B-526DF6DB23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4DA0B9-2721-4456-B015-74B0A4655B65}" type="datetimeFigureOut">
              <a:rPr lang="en-US" smtClean="0"/>
              <a:t>4/12/2026</a:t>
            </a:fld>
            <a:endParaRPr lang="en-US"/>
          </a:p>
        </p:txBody>
      </p:sp>
      <p:sp>
        <p:nvSpPr>
          <p:cNvPr id="5" name="Footer Placeholder 4">
            <a:extLst>
              <a:ext uri="{FF2B5EF4-FFF2-40B4-BE49-F238E27FC236}">
                <a16:creationId xmlns:a16="http://schemas.microsoft.com/office/drawing/2014/main" id="{8BE96D8A-6A6C-F8CF-FDE1-9156450BE3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FED5A5-2570-CF81-2ECA-F89C8B5E78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50E8D68-98CC-4F8C-A8C7-AF3792967F8F}" type="slidenum">
              <a:rPr lang="en-US" smtClean="0"/>
              <a:t>‹#›</a:t>
            </a:fld>
            <a:endParaRPr lang="en-US"/>
          </a:p>
        </p:txBody>
      </p:sp>
    </p:spTree>
    <p:extLst>
      <p:ext uri="{BB962C8B-B14F-4D97-AF65-F5344CB8AC3E}">
        <p14:creationId xmlns:p14="http://schemas.microsoft.com/office/powerpoint/2010/main" val="42351181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18421/TEM93-22" TargetMode="External"/><Relationship Id="rId2" Type="http://schemas.openxmlformats.org/officeDocument/2006/relationships/hyperlink" Target="https://doi.org/10.30572/2018/KJE/160220" TargetMode="External"/><Relationship Id="rId1" Type="http://schemas.openxmlformats.org/officeDocument/2006/relationships/slideLayout" Target="../slideLayouts/slideLayout2.xml"/><Relationship Id="rId4" Type="http://schemas.openxmlformats.org/officeDocument/2006/relationships/hyperlink" Target="https://doi.org/10.1080/10429247.2024.241371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B9A25-40C2-CA80-2BB7-F741D48523EB}"/>
              </a:ext>
            </a:extLst>
          </p:cNvPr>
          <p:cNvSpPr>
            <a:spLocks noGrp="1"/>
          </p:cNvSpPr>
          <p:nvPr>
            <p:ph type="ctrTitle"/>
          </p:nvPr>
        </p:nvSpPr>
        <p:spPr/>
        <p:txBody>
          <a:bodyPr>
            <a:normAutofit fontScale="90000"/>
          </a:bodyPr>
          <a:lstStyle/>
          <a:p>
            <a:r>
              <a:rPr lang="en-US" dirty="0"/>
              <a:t>The approach to development.</a:t>
            </a:r>
            <a:br>
              <a:rPr lang="en-US" dirty="0"/>
            </a:br>
            <a:r>
              <a:rPr lang="en-US" dirty="0"/>
              <a:t>Agile vs. Waterfall</a:t>
            </a:r>
          </a:p>
        </p:txBody>
      </p:sp>
      <p:sp>
        <p:nvSpPr>
          <p:cNvPr id="3" name="Subtitle 2">
            <a:extLst>
              <a:ext uri="{FF2B5EF4-FFF2-40B4-BE49-F238E27FC236}">
                <a16:creationId xmlns:a16="http://schemas.microsoft.com/office/drawing/2014/main" id="{9448D91E-D3E0-A367-AF36-A6EECBABAD87}"/>
              </a:ext>
            </a:extLst>
          </p:cNvPr>
          <p:cNvSpPr>
            <a:spLocks noGrp="1"/>
          </p:cNvSpPr>
          <p:nvPr>
            <p:ph type="subTitle" idx="1"/>
          </p:nvPr>
        </p:nvSpPr>
        <p:spPr/>
        <p:txBody>
          <a:bodyPr/>
          <a:lstStyle/>
          <a:p>
            <a:r>
              <a:rPr lang="en-US" dirty="0"/>
              <a:t>CS 250</a:t>
            </a:r>
          </a:p>
          <a:p>
            <a:r>
              <a:rPr lang="en-US" dirty="0"/>
              <a:t>By: Justin Carrigan</a:t>
            </a:r>
          </a:p>
        </p:txBody>
      </p:sp>
      <p:sp>
        <p:nvSpPr>
          <p:cNvPr id="5" name="Right Triangle 4">
            <a:extLst>
              <a:ext uri="{FF2B5EF4-FFF2-40B4-BE49-F238E27FC236}">
                <a16:creationId xmlns:a16="http://schemas.microsoft.com/office/drawing/2014/main" id="{249F4D8D-0000-D4B9-8FD0-DA150F2075C1}"/>
              </a:ext>
            </a:extLst>
          </p:cNvPr>
          <p:cNvSpPr/>
          <p:nvPr/>
        </p:nvSpPr>
        <p:spPr>
          <a:xfrm>
            <a:off x="0" y="5412658"/>
            <a:ext cx="1376516" cy="1445342"/>
          </a:xfrm>
          <a:prstGeom prst="r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Triangle 5">
            <a:extLst>
              <a:ext uri="{FF2B5EF4-FFF2-40B4-BE49-F238E27FC236}">
                <a16:creationId xmlns:a16="http://schemas.microsoft.com/office/drawing/2014/main" id="{2A9E6D12-251B-19B9-F39C-E38340575778}"/>
              </a:ext>
            </a:extLst>
          </p:cNvPr>
          <p:cNvSpPr/>
          <p:nvPr/>
        </p:nvSpPr>
        <p:spPr>
          <a:xfrm rot="10800000">
            <a:off x="10815484" y="0"/>
            <a:ext cx="1376516" cy="1445342"/>
          </a:xfrm>
          <a:prstGeom prst="r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498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DA4897-1C55-8A64-2299-6D7D9B161BA8}"/>
              </a:ext>
            </a:extLst>
          </p:cNvPr>
          <p:cNvSpPr txBox="1"/>
          <p:nvPr/>
        </p:nvSpPr>
        <p:spPr>
          <a:xfrm>
            <a:off x="3888658" y="0"/>
            <a:ext cx="4414684" cy="923330"/>
          </a:xfrm>
          <a:prstGeom prst="rect">
            <a:avLst/>
          </a:prstGeom>
          <a:noFill/>
        </p:spPr>
        <p:txBody>
          <a:bodyPr wrap="square" rtlCol="0">
            <a:spAutoFit/>
          </a:bodyPr>
          <a:lstStyle/>
          <a:p>
            <a:pPr algn="ctr"/>
            <a:r>
              <a:rPr lang="en-US" sz="5400" dirty="0"/>
              <a:t>Agile Roles</a:t>
            </a:r>
          </a:p>
        </p:txBody>
      </p:sp>
      <p:sp>
        <p:nvSpPr>
          <p:cNvPr id="5" name="TextBox 4">
            <a:extLst>
              <a:ext uri="{FF2B5EF4-FFF2-40B4-BE49-F238E27FC236}">
                <a16:creationId xmlns:a16="http://schemas.microsoft.com/office/drawing/2014/main" id="{AC03E27B-294D-BFA1-8591-E8EDEC621FAC}"/>
              </a:ext>
            </a:extLst>
          </p:cNvPr>
          <p:cNvSpPr txBox="1"/>
          <p:nvPr/>
        </p:nvSpPr>
        <p:spPr>
          <a:xfrm>
            <a:off x="634180" y="905471"/>
            <a:ext cx="4414684" cy="646331"/>
          </a:xfrm>
          <a:prstGeom prst="rect">
            <a:avLst/>
          </a:prstGeom>
          <a:noFill/>
        </p:spPr>
        <p:txBody>
          <a:bodyPr wrap="square" rtlCol="0">
            <a:spAutoFit/>
          </a:bodyPr>
          <a:lstStyle/>
          <a:p>
            <a:pPr algn="ctr"/>
            <a:r>
              <a:rPr lang="en-US" sz="3600" u="sng" dirty="0"/>
              <a:t>Product Owner</a:t>
            </a:r>
          </a:p>
        </p:txBody>
      </p:sp>
      <p:cxnSp>
        <p:nvCxnSpPr>
          <p:cNvPr id="8" name="Straight Connector 7">
            <a:extLst>
              <a:ext uri="{FF2B5EF4-FFF2-40B4-BE49-F238E27FC236}">
                <a16:creationId xmlns:a16="http://schemas.microsoft.com/office/drawing/2014/main" id="{4B3A0952-B53F-40CE-2744-92FA019435BC}"/>
              </a:ext>
            </a:extLst>
          </p:cNvPr>
          <p:cNvCxnSpPr>
            <a:cxnSpLocks/>
          </p:cNvCxnSpPr>
          <p:nvPr/>
        </p:nvCxnSpPr>
        <p:spPr>
          <a:xfrm>
            <a:off x="6096000" y="923330"/>
            <a:ext cx="0" cy="594360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5BAFD71-BBFF-8A22-17C0-3C4EBCFBF5D1}"/>
              </a:ext>
            </a:extLst>
          </p:cNvPr>
          <p:cNvCxnSpPr>
            <a:cxnSpLocks/>
          </p:cNvCxnSpPr>
          <p:nvPr/>
        </p:nvCxnSpPr>
        <p:spPr>
          <a:xfrm>
            <a:off x="0" y="3886200"/>
            <a:ext cx="12176760"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4802984F-BFF4-62A2-FD8B-43E6D9D9B4DD}"/>
              </a:ext>
            </a:extLst>
          </p:cNvPr>
          <p:cNvCxnSpPr>
            <a:cxnSpLocks/>
          </p:cNvCxnSpPr>
          <p:nvPr/>
        </p:nvCxnSpPr>
        <p:spPr>
          <a:xfrm>
            <a:off x="7620" y="920872"/>
            <a:ext cx="12176760"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F3431EF-621F-188C-5771-9669929A82F8}"/>
              </a:ext>
            </a:extLst>
          </p:cNvPr>
          <p:cNvSpPr txBox="1"/>
          <p:nvPr/>
        </p:nvSpPr>
        <p:spPr>
          <a:xfrm>
            <a:off x="7143136" y="4020738"/>
            <a:ext cx="4414684" cy="646331"/>
          </a:xfrm>
          <a:prstGeom prst="rect">
            <a:avLst/>
          </a:prstGeom>
          <a:noFill/>
        </p:spPr>
        <p:txBody>
          <a:bodyPr wrap="square" rtlCol="0">
            <a:spAutoFit/>
          </a:bodyPr>
          <a:lstStyle/>
          <a:p>
            <a:pPr algn="ctr"/>
            <a:r>
              <a:rPr lang="en-US" sz="3600" u="sng" dirty="0"/>
              <a:t>Tester</a:t>
            </a:r>
          </a:p>
        </p:txBody>
      </p:sp>
      <p:sp>
        <p:nvSpPr>
          <p:cNvPr id="13" name="TextBox 12">
            <a:extLst>
              <a:ext uri="{FF2B5EF4-FFF2-40B4-BE49-F238E27FC236}">
                <a16:creationId xmlns:a16="http://schemas.microsoft.com/office/drawing/2014/main" id="{17910BF7-214C-A8B1-BCFE-1E14296E4049}"/>
              </a:ext>
            </a:extLst>
          </p:cNvPr>
          <p:cNvSpPr txBox="1"/>
          <p:nvPr/>
        </p:nvSpPr>
        <p:spPr>
          <a:xfrm>
            <a:off x="634180" y="4020739"/>
            <a:ext cx="4414684" cy="646331"/>
          </a:xfrm>
          <a:prstGeom prst="rect">
            <a:avLst/>
          </a:prstGeom>
          <a:noFill/>
        </p:spPr>
        <p:txBody>
          <a:bodyPr wrap="square" rtlCol="0">
            <a:spAutoFit/>
          </a:bodyPr>
          <a:lstStyle/>
          <a:p>
            <a:pPr algn="ctr"/>
            <a:r>
              <a:rPr lang="en-US" sz="3600" u="sng" dirty="0"/>
              <a:t>Developer</a:t>
            </a:r>
          </a:p>
        </p:txBody>
      </p:sp>
      <p:sp>
        <p:nvSpPr>
          <p:cNvPr id="14" name="TextBox 13">
            <a:extLst>
              <a:ext uri="{FF2B5EF4-FFF2-40B4-BE49-F238E27FC236}">
                <a16:creationId xmlns:a16="http://schemas.microsoft.com/office/drawing/2014/main" id="{03C75F1E-3B1D-184D-AE30-2EFA39253F6D}"/>
              </a:ext>
            </a:extLst>
          </p:cNvPr>
          <p:cNvSpPr txBox="1"/>
          <p:nvPr/>
        </p:nvSpPr>
        <p:spPr>
          <a:xfrm>
            <a:off x="7143136" y="936274"/>
            <a:ext cx="4414684" cy="646331"/>
          </a:xfrm>
          <a:prstGeom prst="rect">
            <a:avLst/>
          </a:prstGeom>
          <a:noFill/>
        </p:spPr>
        <p:txBody>
          <a:bodyPr wrap="square" rtlCol="0">
            <a:spAutoFit/>
          </a:bodyPr>
          <a:lstStyle/>
          <a:p>
            <a:pPr algn="ctr"/>
            <a:r>
              <a:rPr lang="en-US" sz="3600" u="sng" dirty="0"/>
              <a:t>Scrum Master</a:t>
            </a:r>
          </a:p>
        </p:txBody>
      </p:sp>
      <p:sp>
        <p:nvSpPr>
          <p:cNvPr id="15" name="TextBox 14">
            <a:extLst>
              <a:ext uri="{FF2B5EF4-FFF2-40B4-BE49-F238E27FC236}">
                <a16:creationId xmlns:a16="http://schemas.microsoft.com/office/drawing/2014/main" id="{FD99B700-1B97-8EAE-112E-D4E12FF5C849}"/>
              </a:ext>
            </a:extLst>
          </p:cNvPr>
          <p:cNvSpPr txBox="1"/>
          <p:nvPr/>
        </p:nvSpPr>
        <p:spPr>
          <a:xfrm>
            <a:off x="7620" y="1551802"/>
            <a:ext cx="5990048" cy="2031325"/>
          </a:xfrm>
          <a:prstGeom prst="rect">
            <a:avLst/>
          </a:prstGeom>
          <a:noFill/>
        </p:spPr>
        <p:txBody>
          <a:bodyPr wrap="square" rtlCol="0">
            <a:spAutoFit/>
          </a:bodyPr>
          <a:lstStyle/>
          <a:p>
            <a:pPr marL="285750" indent="-285750">
              <a:buFont typeface="Arial" panose="020B0604020202020204" pitchFamily="34" charset="0"/>
              <a:buChar char="•"/>
            </a:pPr>
            <a:r>
              <a:rPr lang="en-US" dirty="0"/>
              <a:t>Defines requirements</a:t>
            </a:r>
          </a:p>
          <a:p>
            <a:pPr marL="285750" indent="-285750">
              <a:buFont typeface="Arial" panose="020B0604020202020204" pitchFamily="34" charset="0"/>
              <a:buChar char="•"/>
            </a:pPr>
            <a:r>
              <a:rPr lang="en-US" dirty="0"/>
              <a:t>Prioritize backlog</a:t>
            </a:r>
          </a:p>
          <a:p>
            <a:pPr marL="285750" indent="-285750">
              <a:buFont typeface="Arial" panose="020B0604020202020204" pitchFamily="34" charset="0"/>
              <a:buChar char="•"/>
            </a:pPr>
            <a:r>
              <a:rPr lang="en-US" dirty="0"/>
              <a:t>Represents the stakeholders</a:t>
            </a:r>
          </a:p>
          <a:p>
            <a:endParaRPr lang="en-US" dirty="0"/>
          </a:p>
          <a:p>
            <a:r>
              <a:rPr lang="en-US" dirty="0"/>
              <a:t>The role of product owner is important because they ensure that the team builds the right product and brings maximum value to the customer.</a:t>
            </a:r>
          </a:p>
        </p:txBody>
      </p:sp>
      <p:sp>
        <p:nvSpPr>
          <p:cNvPr id="16" name="TextBox 15">
            <a:extLst>
              <a:ext uri="{FF2B5EF4-FFF2-40B4-BE49-F238E27FC236}">
                <a16:creationId xmlns:a16="http://schemas.microsoft.com/office/drawing/2014/main" id="{0BD52EEF-E073-D7C5-0A45-B763268E8AB2}"/>
              </a:ext>
            </a:extLst>
          </p:cNvPr>
          <p:cNvSpPr txBox="1"/>
          <p:nvPr/>
        </p:nvSpPr>
        <p:spPr>
          <a:xfrm>
            <a:off x="6088380" y="1551801"/>
            <a:ext cx="5990048" cy="2031325"/>
          </a:xfrm>
          <a:prstGeom prst="rect">
            <a:avLst/>
          </a:prstGeom>
          <a:noFill/>
        </p:spPr>
        <p:txBody>
          <a:bodyPr wrap="square" rtlCol="0">
            <a:spAutoFit/>
          </a:bodyPr>
          <a:lstStyle/>
          <a:p>
            <a:pPr marL="285750" indent="-285750">
              <a:buFont typeface="Arial" panose="020B0604020202020204" pitchFamily="34" charset="0"/>
              <a:buChar char="•"/>
            </a:pPr>
            <a:r>
              <a:rPr lang="en-US" dirty="0"/>
              <a:t>Facilitate scrum events</a:t>
            </a:r>
          </a:p>
          <a:p>
            <a:pPr marL="285750" indent="-285750">
              <a:buFont typeface="Arial" panose="020B0604020202020204" pitchFamily="34" charset="0"/>
              <a:buChar char="•"/>
            </a:pPr>
            <a:r>
              <a:rPr lang="en-US" dirty="0"/>
              <a:t>Removes roadblocks</a:t>
            </a:r>
          </a:p>
          <a:p>
            <a:pPr marL="285750" indent="-285750">
              <a:buFont typeface="Arial" panose="020B0604020202020204" pitchFamily="34" charset="0"/>
              <a:buChar char="•"/>
            </a:pPr>
            <a:r>
              <a:rPr lang="en-US" dirty="0"/>
              <a:t>Supports the team</a:t>
            </a:r>
          </a:p>
          <a:p>
            <a:endParaRPr lang="en-US" dirty="0"/>
          </a:p>
          <a:p>
            <a:r>
              <a:rPr lang="en-US" dirty="0"/>
              <a:t>The role of scrum master is important because they keep the process smooth and maintains the team's peak productivity.  </a:t>
            </a:r>
          </a:p>
        </p:txBody>
      </p:sp>
      <p:sp>
        <p:nvSpPr>
          <p:cNvPr id="17" name="TextBox 16">
            <a:extLst>
              <a:ext uri="{FF2B5EF4-FFF2-40B4-BE49-F238E27FC236}">
                <a16:creationId xmlns:a16="http://schemas.microsoft.com/office/drawing/2014/main" id="{C0A8292A-1E22-C812-295D-5C622966D4B7}"/>
              </a:ext>
            </a:extLst>
          </p:cNvPr>
          <p:cNvSpPr txBox="1"/>
          <p:nvPr/>
        </p:nvSpPr>
        <p:spPr>
          <a:xfrm>
            <a:off x="0" y="4514672"/>
            <a:ext cx="599004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Designs product features</a:t>
            </a:r>
          </a:p>
          <a:p>
            <a:pPr marL="285750" indent="-285750">
              <a:buFont typeface="Arial" panose="020B0604020202020204" pitchFamily="34" charset="0"/>
              <a:buChar char="•"/>
            </a:pPr>
            <a:r>
              <a:rPr lang="en-US" dirty="0"/>
              <a:t>Builds product features</a:t>
            </a:r>
          </a:p>
          <a:p>
            <a:pPr marL="285750" indent="-285750">
              <a:buFont typeface="Arial" panose="020B0604020202020204" pitchFamily="34" charset="0"/>
              <a:buChar char="•"/>
            </a:pPr>
            <a:r>
              <a:rPr lang="en-US" dirty="0"/>
              <a:t>Implements product features</a:t>
            </a:r>
          </a:p>
          <a:p>
            <a:endParaRPr lang="en-US" dirty="0"/>
          </a:p>
          <a:p>
            <a:r>
              <a:rPr lang="en-US" dirty="0"/>
              <a:t>The role of developer is important because they turn the requests of the stakeholders into real, workable products.</a:t>
            </a:r>
          </a:p>
        </p:txBody>
      </p:sp>
      <p:sp>
        <p:nvSpPr>
          <p:cNvPr id="18" name="TextBox 17">
            <a:extLst>
              <a:ext uri="{FF2B5EF4-FFF2-40B4-BE49-F238E27FC236}">
                <a16:creationId xmlns:a16="http://schemas.microsoft.com/office/drawing/2014/main" id="{7BD6266A-FCF5-AABB-3DFE-193CB3371154}"/>
              </a:ext>
            </a:extLst>
          </p:cNvPr>
          <p:cNvSpPr txBox="1"/>
          <p:nvPr/>
        </p:nvSpPr>
        <p:spPr>
          <a:xfrm>
            <a:off x="6185601" y="4514671"/>
            <a:ext cx="5990048" cy="1754326"/>
          </a:xfrm>
          <a:prstGeom prst="rect">
            <a:avLst/>
          </a:prstGeom>
          <a:noFill/>
        </p:spPr>
        <p:txBody>
          <a:bodyPr wrap="square" rtlCol="0">
            <a:spAutoFit/>
          </a:bodyPr>
          <a:lstStyle/>
          <a:p>
            <a:pPr marL="285750" indent="-285750">
              <a:buFont typeface="Arial" panose="020B0604020202020204" pitchFamily="34" charset="0"/>
              <a:buChar char="•"/>
            </a:pPr>
            <a:r>
              <a:rPr lang="en-US" dirty="0"/>
              <a:t>Verify functionality</a:t>
            </a:r>
          </a:p>
          <a:p>
            <a:pPr marL="285750" indent="-285750">
              <a:buFont typeface="Arial" panose="020B0604020202020204" pitchFamily="34" charset="0"/>
              <a:buChar char="•"/>
            </a:pPr>
            <a:r>
              <a:rPr lang="en-US" dirty="0"/>
              <a:t>Find bugs</a:t>
            </a:r>
          </a:p>
          <a:p>
            <a:pPr marL="285750" indent="-285750">
              <a:buFont typeface="Arial" panose="020B0604020202020204" pitchFamily="34" charset="0"/>
              <a:buChar char="•"/>
            </a:pPr>
            <a:r>
              <a:rPr lang="en-US" dirty="0"/>
              <a:t>Ensure quality</a:t>
            </a:r>
          </a:p>
          <a:p>
            <a:endParaRPr lang="en-US" dirty="0"/>
          </a:p>
          <a:p>
            <a:r>
              <a:rPr lang="en-US" dirty="0"/>
              <a:t>The role of tester is important because they ensure that the product works as intended, maximizing reliability.</a:t>
            </a:r>
          </a:p>
        </p:txBody>
      </p:sp>
    </p:spTree>
    <p:extLst>
      <p:ext uri="{BB962C8B-B14F-4D97-AF65-F5344CB8AC3E}">
        <p14:creationId xmlns:p14="http://schemas.microsoft.com/office/powerpoint/2010/main" val="113793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8939E-E421-D3B2-00B8-32EEE9D013B0}"/>
              </a:ext>
            </a:extLst>
          </p:cNvPr>
          <p:cNvSpPr>
            <a:spLocks noGrp="1"/>
          </p:cNvSpPr>
          <p:nvPr>
            <p:ph type="title"/>
          </p:nvPr>
        </p:nvSpPr>
        <p:spPr>
          <a:xfrm>
            <a:off x="822960" y="-112818"/>
            <a:ext cx="10515600" cy="1325563"/>
          </a:xfrm>
        </p:spPr>
        <p:txBody>
          <a:bodyPr>
            <a:normAutofit/>
          </a:bodyPr>
          <a:lstStyle/>
          <a:p>
            <a:pPr algn="ctr"/>
            <a:r>
              <a:rPr lang="en-US" sz="5400" dirty="0"/>
              <a:t>Agile Process</a:t>
            </a:r>
          </a:p>
        </p:txBody>
      </p:sp>
      <p:sp>
        <p:nvSpPr>
          <p:cNvPr id="3" name="Content Placeholder 2">
            <a:extLst>
              <a:ext uri="{FF2B5EF4-FFF2-40B4-BE49-F238E27FC236}">
                <a16:creationId xmlns:a16="http://schemas.microsoft.com/office/drawing/2014/main" id="{2FF863B8-02DF-0B51-A2A5-EDA4C23BA463}"/>
              </a:ext>
            </a:extLst>
          </p:cNvPr>
          <p:cNvSpPr>
            <a:spLocks noGrp="1"/>
          </p:cNvSpPr>
          <p:nvPr>
            <p:ph idx="1"/>
          </p:nvPr>
        </p:nvSpPr>
        <p:spPr>
          <a:xfrm>
            <a:off x="0" y="1343846"/>
            <a:ext cx="6080760" cy="1005840"/>
          </a:xfrm>
        </p:spPr>
        <p:txBody>
          <a:bodyPr/>
          <a:lstStyle/>
          <a:p>
            <a:r>
              <a:rPr lang="en-US" sz="1400" b="1" u="sng" dirty="0"/>
              <a:t>Iteration planning</a:t>
            </a:r>
          </a:p>
          <a:p>
            <a:pPr lvl="1">
              <a:buFont typeface="Wingdings" panose="05000000000000000000" pitchFamily="2" charset="2"/>
              <a:buChar char="v"/>
            </a:pPr>
            <a:r>
              <a:rPr lang="en-US" sz="1400" dirty="0"/>
              <a:t>Defines goals and plans sprint</a:t>
            </a:r>
          </a:p>
          <a:p>
            <a:pPr lvl="1">
              <a:buFont typeface="Wingdings" panose="05000000000000000000" pitchFamily="2" charset="2"/>
              <a:buChar char="v"/>
            </a:pPr>
            <a:r>
              <a:rPr lang="en-US" sz="1400" dirty="0"/>
              <a:t>Ensures the team is working on the highest importance items first</a:t>
            </a:r>
          </a:p>
          <a:p>
            <a:pPr lvl="1">
              <a:buFont typeface="Wingdings" panose="05000000000000000000" pitchFamily="2" charset="2"/>
              <a:buChar char="v"/>
            </a:pPr>
            <a:endParaRPr lang="en-US" dirty="0"/>
          </a:p>
        </p:txBody>
      </p:sp>
      <p:cxnSp>
        <p:nvCxnSpPr>
          <p:cNvPr id="4" name="Straight Connector 3">
            <a:extLst>
              <a:ext uri="{FF2B5EF4-FFF2-40B4-BE49-F238E27FC236}">
                <a16:creationId xmlns:a16="http://schemas.microsoft.com/office/drawing/2014/main" id="{6EC6587E-853B-A474-EF68-3FD3AEEDA81C}"/>
              </a:ext>
            </a:extLst>
          </p:cNvPr>
          <p:cNvCxnSpPr>
            <a:cxnSpLocks/>
          </p:cNvCxnSpPr>
          <p:nvPr/>
        </p:nvCxnSpPr>
        <p:spPr>
          <a:xfrm>
            <a:off x="15240" y="1068549"/>
            <a:ext cx="12176760"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
        <p:nvSpPr>
          <p:cNvPr id="5" name="Content Placeholder 2">
            <a:extLst>
              <a:ext uri="{FF2B5EF4-FFF2-40B4-BE49-F238E27FC236}">
                <a16:creationId xmlns:a16="http://schemas.microsoft.com/office/drawing/2014/main" id="{DFF538FE-AFE2-B418-7E12-87D4DB83B3B9}"/>
              </a:ext>
            </a:extLst>
          </p:cNvPr>
          <p:cNvSpPr txBox="1">
            <a:spLocks/>
          </p:cNvSpPr>
          <p:nvPr/>
        </p:nvSpPr>
        <p:spPr>
          <a:xfrm>
            <a:off x="0" y="2669408"/>
            <a:ext cx="6080760" cy="9787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Backlog Refinement</a:t>
            </a:r>
          </a:p>
          <a:p>
            <a:pPr lvl="1">
              <a:buFont typeface="Wingdings" panose="05000000000000000000" pitchFamily="2" charset="2"/>
              <a:buChar char="v"/>
            </a:pPr>
            <a:r>
              <a:rPr lang="en-US" sz="1400" dirty="0"/>
              <a:t>Gathers and refines user needs based on user stories</a:t>
            </a:r>
          </a:p>
          <a:p>
            <a:pPr lvl="1">
              <a:buFont typeface="Wingdings" panose="05000000000000000000" pitchFamily="2" charset="2"/>
              <a:buChar char="v"/>
            </a:pPr>
            <a:r>
              <a:rPr lang="en-US" sz="1400" dirty="0"/>
              <a:t>Keeps requirements flexible and continuously updated based on feedback</a:t>
            </a:r>
            <a:endParaRPr lang="en-US" dirty="0"/>
          </a:p>
        </p:txBody>
      </p:sp>
      <p:sp>
        <p:nvSpPr>
          <p:cNvPr id="6" name="Content Placeholder 2">
            <a:extLst>
              <a:ext uri="{FF2B5EF4-FFF2-40B4-BE49-F238E27FC236}">
                <a16:creationId xmlns:a16="http://schemas.microsoft.com/office/drawing/2014/main" id="{B17683D7-A2AB-069B-6506-B2817F60425C}"/>
              </a:ext>
            </a:extLst>
          </p:cNvPr>
          <p:cNvSpPr txBox="1">
            <a:spLocks/>
          </p:cNvSpPr>
          <p:nvPr/>
        </p:nvSpPr>
        <p:spPr>
          <a:xfrm>
            <a:off x="0" y="4114800"/>
            <a:ext cx="6080760" cy="9787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Design</a:t>
            </a:r>
          </a:p>
          <a:p>
            <a:pPr lvl="1">
              <a:buFont typeface="Wingdings" panose="05000000000000000000" pitchFamily="2" charset="2"/>
              <a:buChar char="v"/>
            </a:pPr>
            <a:r>
              <a:rPr lang="en-US" sz="1400" dirty="0"/>
              <a:t>Creates system architecture for the current sprint</a:t>
            </a:r>
          </a:p>
          <a:p>
            <a:pPr lvl="1">
              <a:buFont typeface="Wingdings" panose="05000000000000000000" pitchFamily="2" charset="2"/>
              <a:buChar char="v"/>
            </a:pPr>
            <a:r>
              <a:rPr lang="en-US" sz="1400" dirty="0"/>
              <a:t>Reduces wasted effort and enables adaptation to changes</a:t>
            </a:r>
          </a:p>
          <a:p>
            <a:pPr lvl="1">
              <a:buFont typeface="Wingdings" panose="05000000000000000000" pitchFamily="2" charset="2"/>
              <a:buChar char="v"/>
            </a:pPr>
            <a:endParaRPr lang="en-US" dirty="0"/>
          </a:p>
        </p:txBody>
      </p:sp>
      <p:sp>
        <p:nvSpPr>
          <p:cNvPr id="7" name="Content Placeholder 2">
            <a:extLst>
              <a:ext uri="{FF2B5EF4-FFF2-40B4-BE49-F238E27FC236}">
                <a16:creationId xmlns:a16="http://schemas.microsoft.com/office/drawing/2014/main" id="{6DD72D6C-9025-C41F-B240-90EB6F9736E9}"/>
              </a:ext>
            </a:extLst>
          </p:cNvPr>
          <p:cNvSpPr txBox="1">
            <a:spLocks/>
          </p:cNvSpPr>
          <p:nvPr/>
        </p:nvSpPr>
        <p:spPr>
          <a:xfrm>
            <a:off x="0" y="5656522"/>
            <a:ext cx="6080760" cy="9787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Implementation</a:t>
            </a:r>
          </a:p>
          <a:p>
            <a:pPr lvl="1">
              <a:buFont typeface="Wingdings" panose="05000000000000000000" pitchFamily="2" charset="2"/>
              <a:buChar char="v"/>
            </a:pPr>
            <a:r>
              <a:rPr lang="en-US" sz="1400" dirty="0"/>
              <a:t>Writing and building code</a:t>
            </a:r>
          </a:p>
          <a:p>
            <a:pPr lvl="1">
              <a:buFont typeface="Wingdings" panose="05000000000000000000" pitchFamily="2" charset="2"/>
              <a:buChar char="v"/>
            </a:pPr>
            <a:r>
              <a:rPr lang="en-US" sz="1400" dirty="0"/>
              <a:t>Produces working software incrementally allowing for frequent progress reports</a:t>
            </a:r>
          </a:p>
          <a:p>
            <a:pPr lvl="1">
              <a:buFont typeface="Wingdings" panose="05000000000000000000" pitchFamily="2" charset="2"/>
              <a:buChar char="v"/>
            </a:pPr>
            <a:endParaRPr lang="en-US" dirty="0"/>
          </a:p>
        </p:txBody>
      </p:sp>
      <p:cxnSp>
        <p:nvCxnSpPr>
          <p:cNvPr id="8" name="Straight Connector 7">
            <a:extLst>
              <a:ext uri="{FF2B5EF4-FFF2-40B4-BE49-F238E27FC236}">
                <a16:creationId xmlns:a16="http://schemas.microsoft.com/office/drawing/2014/main" id="{3B11E773-2836-14FC-6801-6E2822867E53}"/>
              </a:ext>
            </a:extLst>
          </p:cNvPr>
          <p:cNvCxnSpPr>
            <a:cxnSpLocks/>
          </p:cNvCxnSpPr>
          <p:nvPr/>
        </p:nvCxnSpPr>
        <p:spPr>
          <a:xfrm>
            <a:off x="6080760" y="1068549"/>
            <a:ext cx="0" cy="4587973"/>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39621EA8-1089-FF7D-0700-C7E8DBE71AA2}"/>
              </a:ext>
            </a:extLst>
          </p:cNvPr>
          <p:cNvSpPr txBox="1">
            <a:spLocks/>
          </p:cNvSpPr>
          <p:nvPr/>
        </p:nvSpPr>
        <p:spPr>
          <a:xfrm>
            <a:off x="6096000" y="1361867"/>
            <a:ext cx="6080760" cy="9787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Retrospective</a:t>
            </a:r>
          </a:p>
          <a:p>
            <a:pPr lvl="1">
              <a:buFont typeface="Wingdings" panose="05000000000000000000" pitchFamily="2" charset="2"/>
              <a:buChar char="v"/>
            </a:pPr>
            <a:r>
              <a:rPr lang="en-US" sz="1400" dirty="0"/>
              <a:t>Reflect on team performance and fix issues</a:t>
            </a:r>
          </a:p>
          <a:p>
            <a:pPr lvl="1">
              <a:buFont typeface="Wingdings" panose="05000000000000000000" pitchFamily="2" charset="2"/>
              <a:buChar char="v"/>
            </a:pPr>
            <a:r>
              <a:rPr lang="en-US" sz="1400" dirty="0"/>
              <a:t>Promotes continuous improvement for both the product and team workflow</a:t>
            </a:r>
          </a:p>
          <a:p>
            <a:pPr lvl="1">
              <a:buFont typeface="Wingdings" panose="05000000000000000000" pitchFamily="2" charset="2"/>
              <a:buChar char="v"/>
            </a:pPr>
            <a:endParaRPr lang="en-US" dirty="0"/>
          </a:p>
        </p:txBody>
      </p:sp>
      <p:sp>
        <p:nvSpPr>
          <p:cNvPr id="11" name="Content Placeholder 2">
            <a:extLst>
              <a:ext uri="{FF2B5EF4-FFF2-40B4-BE49-F238E27FC236}">
                <a16:creationId xmlns:a16="http://schemas.microsoft.com/office/drawing/2014/main" id="{A0E7154E-3D8F-6376-D1CC-AAC17163CE8A}"/>
              </a:ext>
            </a:extLst>
          </p:cNvPr>
          <p:cNvSpPr txBox="1">
            <a:spLocks/>
          </p:cNvSpPr>
          <p:nvPr/>
        </p:nvSpPr>
        <p:spPr>
          <a:xfrm>
            <a:off x="6080760" y="2667766"/>
            <a:ext cx="6080760" cy="9787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Sprint Review</a:t>
            </a:r>
          </a:p>
          <a:p>
            <a:pPr lvl="1">
              <a:buFont typeface="Wingdings" panose="05000000000000000000" pitchFamily="2" charset="2"/>
              <a:buChar char="v"/>
            </a:pPr>
            <a:r>
              <a:rPr lang="en-US" sz="1400" dirty="0"/>
              <a:t>Demonstrates completed work to stakeholders</a:t>
            </a:r>
          </a:p>
          <a:p>
            <a:pPr lvl="1">
              <a:buFont typeface="Wingdings" panose="05000000000000000000" pitchFamily="2" charset="2"/>
              <a:buChar char="v"/>
            </a:pPr>
            <a:r>
              <a:rPr lang="en-US" sz="1400" dirty="0"/>
              <a:t>Ensures product aligns with customer needs and allows for adjustments</a:t>
            </a:r>
          </a:p>
          <a:p>
            <a:pPr lvl="1">
              <a:buFont typeface="Wingdings" panose="05000000000000000000" pitchFamily="2" charset="2"/>
              <a:buChar char="v"/>
            </a:pPr>
            <a:endParaRPr lang="en-US" dirty="0"/>
          </a:p>
        </p:txBody>
      </p:sp>
      <p:sp>
        <p:nvSpPr>
          <p:cNvPr id="12" name="Content Placeholder 2">
            <a:extLst>
              <a:ext uri="{FF2B5EF4-FFF2-40B4-BE49-F238E27FC236}">
                <a16:creationId xmlns:a16="http://schemas.microsoft.com/office/drawing/2014/main" id="{22611BA4-1227-F2FA-B75C-40DF075CE993}"/>
              </a:ext>
            </a:extLst>
          </p:cNvPr>
          <p:cNvSpPr txBox="1">
            <a:spLocks/>
          </p:cNvSpPr>
          <p:nvPr/>
        </p:nvSpPr>
        <p:spPr>
          <a:xfrm>
            <a:off x="6080760" y="4114800"/>
            <a:ext cx="6080760" cy="97872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Deployment</a:t>
            </a:r>
          </a:p>
          <a:p>
            <a:pPr lvl="1">
              <a:buFont typeface="Wingdings" panose="05000000000000000000" pitchFamily="2" charset="2"/>
              <a:buChar char="v"/>
            </a:pPr>
            <a:r>
              <a:rPr lang="en-US" sz="1400" dirty="0"/>
              <a:t>Releases working features to users or stakeholders</a:t>
            </a:r>
          </a:p>
          <a:p>
            <a:pPr lvl="1">
              <a:buFont typeface="Wingdings" panose="05000000000000000000" pitchFamily="2" charset="2"/>
              <a:buChar char="v"/>
            </a:pPr>
            <a:r>
              <a:rPr lang="en-US" sz="1400" dirty="0"/>
              <a:t>Delivers value early and enables real time feedback for future adjustments</a:t>
            </a:r>
          </a:p>
          <a:p>
            <a:pPr lvl="1">
              <a:buFont typeface="Wingdings" panose="05000000000000000000" pitchFamily="2" charset="2"/>
              <a:buChar char="v"/>
            </a:pPr>
            <a:endParaRPr lang="en-US" dirty="0"/>
          </a:p>
        </p:txBody>
      </p:sp>
      <p:sp>
        <p:nvSpPr>
          <p:cNvPr id="13" name="Content Placeholder 2">
            <a:extLst>
              <a:ext uri="{FF2B5EF4-FFF2-40B4-BE49-F238E27FC236}">
                <a16:creationId xmlns:a16="http://schemas.microsoft.com/office/drawing/2014/main" id="{259306AD-B21D-62EA-2B44-F206D489F4A9}"/>
              </a:ext>
            </a:extLst>
          </p:cNvPr>
          <p:cNvSpPr txBox="1">
            <a:spLocks/>
          </p:cNvSpPr>
          <p:nvPr/>
        </p:nvSpPr>
        <p:spPr>
          <a:xfrm>
            <a:off x="6080760" y="5656522"/>
            <a:ext cx="6080760" cy="9787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u="sng" dirty="0"/>
              <a:t>Testing</a:t>
            </a:r>
          </a:p>
          <a:p>
            <a:pPr lvl="1">
              <a:buFont typeface="Wingdings" panose="05000000000000000000" pitchFamily="2" charset="2"/>
              <a:buChar char="v"/>
            </a:pPr>
            <a:r>
              <a:rPr lang="en-US" sz="1400" dirty="0"/>
              <a:t>Continues code testing during and after development</a:t>
            </a:r>
          </a:p>
          <a:p>
            <a:pPr lvl="1">
              <a:buFont typeface="Wingdings" panose="05000000000000000000" pitchFamily="2" charset="2"/>
              <a:buChar char="v"/>
            </a:pPr>
            <a:r>
              <a:rPr lang="en-US" sz="1400" dirty="0"/>
              <a:t>Ensures early quality to prevent major bugs in the future</a:t>
            </a:r>
          </a:p>
          <a:p>
            <a:pPr lvl="1">
              <a:buFont typeface="Wingdings" panose="05000000000000000000" pitchFamily="2" charset="2"/>
              <a:buChar char="v"/>
            </a:pPr>
            <a:endParaRPr lang="en-US" dirty="0"/>
          </a:p>
        </p:txBody>
      </p:sp>
      <p:sp>
        <p:nvSpPr>
          <p:cNvPr id="29" name="Arrow: Down 28">
            <a:extLst>
              <a:ext uri="{FF2B5EF4-FFF2-40B4-BE49-F238E27FC236}">
                <a16:creationId xmlns:a16="http://schemas.microsoft.com/office/drawing/2014/main" id="{1E6C4ADF-DFCA-83F5-DF07-48F9035C9E46}"/>
              </a:ext>
            </a:extLst>
          </p:cNvPr>
          <p:cNvSpPr/>
          <p:nvPr/>
        </p:nvSpPr>
        <p:spPr>
          <a:xfrm>
            <a:off x="196645" y="2172929"/>
            <a:ext cx="265463" cy="334292"/>
          </a:xfrm>
          <a:prstGeom prst="downArrow">
            <a:avLst/>
          </a:prstGeom>
          <a:solidFill>
            <a:srgbClr val="00B050"/>
          </a:solidFill>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Down 29">
            <a:extLst>
              <a:ext uri="{FF2B5EF4-FFF2-40B4-BE49-F238E27FC236}">
                <a16:creationId xmlns:a16="http://schemas.microsoft.com/office/drawing/2014/main" id="{3BF9BBE4-3C40-1F27-03D7-2DF147D12568}"/>
              </a:ext>
            </a:extLst>
          </p:cNvPr>
          <p:cNvSpPr/>
          <p:nvPr/>
        </p:nvSpPr>
        <p:spPr>
          <a:xfrm>
            <a:off x="196644" y="3607155"/>
            <a:ext cx="265463" cy="334292"/>
          </a:xfrm>
          <a:prstGeom prst="downArrow">
            <a:avLst/>
          </a:prstGeom>
          <a:solidFill>
            <a:srgbClr val="00B050"/>
          </a:solidFill>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Down 30">
            <a:extLst>
              <a:ext uri="{FF2B5EF4-FFF2-40B4-BE49-F238E27FC236}">
                <a16:creationId xmlns:a16="http://schemas.microsoft.com/office/drawing/2014/main" id="{9D839823-EE37-6CAE-1758-0E0B63B06D3F}"/>
              </a:ext>
            </a:extLst>
          </p:cNvPr>
          <p:cNvSpPr/>
          <p:nvPr/>
        </p:nvSpPr>
        <p:spPr>
          <a:xfrm>
            <a:off x="196644" y="5099727"/>
            <a:ext cx="265463" cy="334292"/>
          </a:xfrm>
          <a:prstGeom prst="downArrow">
            <a:avLst/>
          </a:prstGeom>
          <a:solidFill>
            <a:srgbClr val="00B050"/>
          </a:solidFill>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107C37BA-4178-F6E4-C177-9430412749F7}"/>
              </a:ext>
            </a:extLst>
          </p:cNvPr>
          <p:cNvSpPr/>
          <p:nvPr/>
        </p:nvSpPr>
        <p:spPr>
          <a:xfrm>
            <a:off x="5948516" y="6145882"/>
            <a:ext cx="353961" cy="264750"/>
          </a:xfrm>
          <a:prstGeom prst="rightArrow">
            <a:avLst/>
          </a:prstGeom>
          <a:solidFill>
            <a:srgbClr val="00B050"/>
          </a:solidFill>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Arrow: Down 32">
            <a:extLst>
              <a:ext uri="{FF2B5EF4-FFF2-40B4-BE49-F238E27FC236}">
                <a16:creationId xmlns:a16="http://schemas.microsoft.com/office/drawing/2014/main" id="{70B80D67-4B2B-6589-BA00-ABBD60D78258}"/>
              </a:ext>
            </a:extLst>
          </p:cNvPr>
          <p:cNvSpPr/>
          <p:nvPr/>
        </p:nvSpPr>
        <p:spPr>
          <a:xfrm rot="10800000">
            <a:off x="11729893" y="5099727"/>
            <a:ext cx="265463" cy="334292"/>
          </a:xfrm>
          <a:prstGeom prst="downArrow">
            <a:avLst/>
          </a:prstGeom>
          <a:solidFill>
            <a:srgbClr val="00B050"/>
          </a:solidFill>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Arrow: Down 33">
            <a:extLst>
              <a:ext uri="{FF2B5EF4-FFF2-40B4-BE49-F238E27FC236}">
                <a16:creationId xmlns:a16="http://schemas.microsoft.com/office/drawing/2014/main" id="{71CBA240-3086-B7AA-88BA-0855E81349F1}"/>
              </a:ext>
            </a:extLst>
          </p:cNvPr>
          <p:cNvSpPr/>
          <p:nvPr/>
        </p:nvSpPr>
        <p:spPr>
          <a:xfrm rot="10800000">
            <a:off x="11720062" y="3646486"/>
            <a:ext cx="265463" cy="334292"/>
          </a:xfrm>
          <a:prstGeom prst="downArrow">
            <a:avLst/>
          </a:prstGeom>
          <a:solidFill>
            <a:srgbClr val="00B050"/>
          </a:solidFill>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Arrow: Down 34">
            <a:extLst>
              <a:ext uri="{FF2B5EF4-FFF2-40B4-BE49-F238E27FC236}">
                <a16:creationId xmlns:a16="http://schemas.microsoft.com/office/drawing/2014/main" id="{3C970B21-98FE-3B73-97C7-C12F5E851E82}"/>
              </a:ext>
            </a:extLst>
          </p:cNvPr>
          <p:cNvSpPr/>
          <p:nvPr/>
        </p:nvSpPr>
        <p:spPr>
          <a:xfrm rot="10800000">
            <a:off x="11699413" y="2331832"/>
            <a:ext cx="265463" cy="334292"/>
          </a:xfrm>
          <a:prstGeom prst="downArrow">
            <a:avLst/>
          </a:prstGeom>
          <a:solidFill>
            <a:srgbClr val="00B050"/>
          </a:solidFill>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3308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FF6F5-851C-F17C-D581-3672D95E6FB4}"/>
              </a:ext>
            </a:extLst>
          </p:cNvPr>
          <p:cNvSpPr>
            <a:spLocks noGrp="1"/>
          </p:cNvSpPr>
          <p:nvPr>
            <p:ph type="title"/>
          </p:nvPr>
        </p:nvSpPr>
        <p:spPr>
          <a:xfrm>
            <a:off x="838200" y="0"/>
            <a:ext cx="10515600" cy="1325563"/>
          </a:xfrm>
        </p:spPr>
        <p:txBody>
          <a:bodyPr>
            <a:normAutofit/>
          </a:bodyPr>
          <a:lstStyle/>
          <a:p>
            <a:pPr algn="ctr"/>
            <a:r>
              <a:rPr lang="en-US" sz="5400" dirty="0"/>
              <a:t>Waterfall Method</a:t>
            </a:r>
          </a:p>
        </p:txBody>
      </p:sp>
      <p:sp>
        <p:nvSpPr>
          <p:cNvPr id="3" name="Content Placeholder 2">
            <a:extLst>
              <a:ext uri="{FF2B5EF4-FFF2-40B4-BE49-F238E27FC236}">
                <a16:creationId xmlns:a16="http://schemas.microsoft.com/office/drawing/2014/main" id="{484F091F-8658-7D96-3AAA-EF60ED1AB1C3}"/>
              </a:ext>
            </a:extLst>
          </p:cNvPr>
          <p:cNvSpPr>
            <a:spLocks noGrp="1"/>
          </p:cNvSpPr>
          <p:nvPr>
            <p:ph idx="1"/>
          </p:nvPr>
        </p:nvSpPr>
        <p:spPr>
          <a:xfrm>
            <a:off x="838200" y="1787679"/>
            <a:ext cx="10515600" cy="4851400"/>
          </a:xfrm>
        </p:spPr>
        <p:txBody>
          <a:bodyPr/>
          <a:lstStyle/>
          <a:p>
            <a:pPr marL="0" indent="0">
              <a:buNone/>
            </a:pPr>
            <a:r>
              <a:rPr lang="en-US" dirty="0"/>
              <a:t>Had we used the waterfall method, our approach would have looked far different. Most steps in the agile process would have been condensed down into 1 long planning phase where the level of uncertainty would have been immense. Problems encountered due to many variables, like for example, user requirement changes, would have caused a significant stall to progress. My confidence in the final product would have been significantly reduced had the waterfall method been implemented instead of agile.</a:t>
            </a:r>
          </a:p>
        </p:txBody>
      </p:sp>
      <p:cxnSp>
        <p:nvCxnSpPr>
          <p:cNvPr id="4" name="Straight Connector 3">
            <a:extLst>
              <a:ext uri="{FF2B5EF4-FFF2-40B4-BE49-F238E27FC236}">
                <a16:creationId xmlns:a16="http://schemas.microsoft.com/office/drawing/2014/main" id="{6B8AAB7A-9C03-6868-B653-0308FC73F9C1}"/>
              </a:ext>
            </a:extLst>
          </p:cNvPr>
          <p:cNvCxnSpPr>
            <a:cxnSpLocks/>
          </p:cNvCxnSpPr>
          <p:nvPr/>
        </p:nvCxnSpPr>
        <p:spPr>
          <a:xfrm>
            <a:off x="15240" y="1068549"/>
            <a:ext cx="12176760"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1460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58DA7-4694-505D-7458-515F26F33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AC114-BC54-BA3F-B69A-4D95A72AE862}"/>
              </a:ext>
            </a:extLst>
          </p:cNvPr>
          <p:cNvSpPr>
            <a:spLocks noGrp="1"/>
          </p:cNvSpPr>
          <p:nvPr>
            <p:ph type="title"/>
          </p:nvPr>
        </p:nvSpPr>
        <p:spPr>
          <a:xfrm>
            <a:off x="838200" y="0"/>
            <a:ext cx="10515600" cy="1325563"/>
          </a:xfrm>
        </p:spPr>
        <p:txBody>
          <a:bodyPr>
            <a:normAutofit/>
          </a:bodyPr>
          <a:lstStyle/>
          <a:p>
            <a:pPr algn="ctr"/>
            <a:r>
              <a:rPr lang="en-US" sz="5400" dirty="0"/>
              <a:t>Waterfall or Agile</a:t>
            </a:r>
          </a:p>
        </p:txBody>
      </p:sp>
      <p:sp>
        <p:nvSpPr>
          <p:cNvPr id="3" name="Content Placeholder 2">
            <a:extLst>
              <a:ext uri="{FF2B5EF4-FFF2-40B4-BE49-F238E27FC236}">
                <a16:creationId xmlns:a16="http://schemas.microsoft.com/office/drawing/2014/main" id="{3F97FA9F-8E67-F71D-9AD7-EB0F615B5879}"/>
              </a:ext>
            </a:extLst>
          </p:cNvPr>
          <p:cNvSpPr>
            <a:spLocks noGrp="1"/>
          </p:cNvSpPr>
          <p:nvPr>
            <p:ph idx="1"/>
          </p:nvPr>
        </p:nvSpPr>
        <p:spPr>
          <a:xfrm>
            <a:off x="838200" y="1787679"/>
            <a:ext cx="10515600" cy="4851400"/>
          </a:xfrm>
        </p:spPr>
        <p:txBody>
          <a:bodyPr/>
          <a:lstStyle/>
          <a:p>
            <a:pPr marL="0" indent="0">
              <a:buNone/>
            </a:pPr>
            <a:r>
              <a:rPr lang="en-US" dirty="0"/>
              <a:t>Though agile was the correct choice for this project, there are other factors to consider when choosing an approach. Complexity of the problem is the key deciding factor in methodology selection. The more complex the issue, the more agile shines. Extremely simple tasks are handles by waterfall just fine, and the agile method might end up being convoluted and unnecessary if applied to these simpler tasks. Though for most projects, agile outperforms waterfall.</a:t>
            </a:r>
          </a:p>
        </p:txBody>
      </p:sp>
      <p:cxnSp>
        <p:nvCxnSpPr>
          <p:cNvPr id="4" name="Straight Connector 3">
            <a:extLst>
              <a:ext uri="{FF2B5EF4-FFF2-40B4-BE49-F238E27FC236}">
                <a16:creationId xmlns:a16="http://schemas.microsoft.com/office/drawing/2014/main" id="{888B7C61-52E6-1DEB-AC21-E530BB470732}"/>
              </a:ext>
            </a:extLst>
          </p:cNvPr>
          <p:cNvCxnSpPr>
            <a:cxnSpLocks/>
          </p:cNvCxnSpPr>
          <p:nvPr/>
        </p:nvCxnSpPr>
        <p:spPr>
          <a:xfrm>
            <a:off x="15240" y="1068549"/>
            <a:ext cx="12176760"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8289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1C485-5D1B-F65E-C9EA-173C5B7269A5}"/>
              </a:ext>
            </a:extLst>
          </p:cNvPr>
          <p:cNvSpPr>
            <a:spLocks noGrp="1"/>
          </p:cNvSpPr>
          <p:nvPr>
            <p:ph type="title"/>
          </p:nvPr>
        </p:nvSpPr>
        <p:spPr/>
        <p:txBody>
          <a:bodyPr/>
          <a:lstStyle/>
          <a:p>
            <a:pPr algn="ctr"/>
            <a:r>
              <a:rPr lang="en-US" dirty="0"/>
              <a:t>References</a:t>
            </a:r>
          </a:p>
        </p:txBody>
      </p:sp>
      <p:sp>
        <p:nvSpPr>
          <p:cNvPr id="3" name="Content Placeholder 2">
            <a:extLst>
              <a:ext uri="{FF2B5EF4-FFF2-40B4-BE49-F238E27FC236}">
                <a16:creationId xmlns:a16="http://schemas.microsoft.com/office/drawing/2014/main" id="{9F7DC130-582E-EBDE-5D5A-0FC65E580511}"/>
              </a:ext>
            </a:extLst>
          </p:cNvPr>
          <p:cNvSpPr>
            <a:spLocks noGrp="1"/>
          </p:cNvSpPr>
          <p:nvPr>
            <p:ph idx="1"/>
          </p:nvPr>
        </p:nvSpPr>
        <p:spPr/>
        <p:txBody>
          <a:bodyPr>
            <a:normAutofit/>
          </a:bodyPr>
          <a:lstStyle/>
          <a:p>
            <a:r>
              <a:rPr lang="en-US" sz="2000" dirty="0"/>
              <a:t>Ali, H. (2025). AN INNOVATIVE APPROACH TO ENHANCING SOFTWARE DEVELOPMENT 	EFFICIENCY THROUGH AGILE METHODOLOGIES. </a:t>
            </a:r>
            <a:r>
              <a:rPr lang="en-US" sz="2000" i="1" dirty="0"/>
              <a:t>Kufa Journal of Engineering</a:t>
            </a:r>
            <a:r>
              <a:rPr lang="en-US" sz="2000" dirty="0"/>
              <a:t>, </a:t>
            </a:r>
            <a:r>
              <a:rPr lang="en-US" sz="2000" i="1" dirty="0"/>
              <a:t>16</a:t>
            </a:r>
            <a:r>
              <a:rPr lang="en-US" sz="2000" dirty="0"/>
              <a:t>(2), 	328-343. </a:t>
            </a:r>
            <a:r>
              <a:rPr lang="en-US" sz="2000" dirty="0">
                <a:hlinkClick r:id="rId2"/>
              </a:rPr>
              <a:t>https://doi.org/10.30572/2018/KJE/160220</a:t>
            </a:r>
            <a:endParaRPr lang="en-US" sz="2000" dirty="0"/>
          </a:p>
          <a:p>
            <a:r>
              <a:rPr lang="en-US" sz="2000" dirty="0"/>
              <a:t>Neelu, L., &amp; Kavitha, D. (2020). Software Development Technique for the Betterment of End 	User Satisfaction using Agile Methodology. </a:t>
            </a:r>
            <a:r>
              <a:rPr lang="en-US" sz="2000" i="1" dirty="0"/>
              <a:t>TEM Journal</a:t>
            </a:r>
            <a:r>
              <a:rPr lang="en-US" sz="2000" dirty="0"/>
              <a:t>, </a:t>
            </a:r>
            <a:r>
              <a:rPr lang="en-US" sz="2000" i="1" dirty="0"/>
              <a:t>9</a:t>
            </a:r>
            <a:r>
              <a:rPr lang="en-US" sz="2000" dirty="0"/>
              <a:t>(3), 992–1002. 	</a:t>
            </a:r>
            <a:r>
              <a:rPr lang="en-US" sz="2000" dirty="0">
                <a:hlinkClick r:id="rId3"/>
              </a:rPr>
              <a:t>https://doi.org/10.18421/TEM93-22</a:t>
            </a:r>
            <a:endParaRPr lang="en-US" sz="2000" dirty="0"/>
          </a:p>
          <a:p>
            <a:r>
              <a:rPr lang="en-US" sz="2000" dirty="0"/>
              <a:t>I </a:t>
            </a:r>
            <a:r>
              <a:rPr lang="en-US" sz="2000" dirty="0" err="1"/>
              <a:t>Kennedyd</a:t>
            </a:r>
            <a:r>
              <a:rPr lang="en-US" sz="2000" dirty="0"/>
              <a:t>, S., Zadeh, A. A., Choi, J., &amp; Alborz, S. (2026). Agile Practices and IT Development 	Team Well-Being: Unveiling the Path to Successful Project Delivery. </a:t>
            </a:r>
            <a:r>
              <a:rPr lang="en-US" sz="2000" i="1" dirty="0"/>
              <a:t>Engineering 	Management Journal</a:t>
            </a:r>
            <a:r>
              <a:rPr lang="en-US" sz="2000" dirty="0"/>
              <a:t>, </a:t>
            </a:r>
            <a:r>
              <a:rPr lang="en-US" sz="2000" i="1" dirty="0"/>
              <a:t>38</a:t>
            </a:r>
            <a:r>
              <a:rPr lang="en-US" sz="2000" dirty="0"/>
              <a:t>(1), 16–28. </a:t>
            </a:r>
            <a:r>
              <a:rPr lang="en-US" sz="2000" dirty="0">
                <a:hlinkClick r:id="rId4"/>
              </a:rPr>
              <a:t>https://doi.org/10.1080/10429247.2024.2413710</a:t>
            </a:r>
            <a:endParaRPr lang="en-US" sz="2000" dirty="0"/>
          </a:p>
          <a:p>
            <a:r>
              <a:rPr lang="en-US" sz="2000" dirty="0" err="1"/>
              <a:t>Sudianjaya</a:t>
            </a:r>
            <a:r>
              <a:rPr lang="en-US" sz="2000" dirty="0"/>
              <a:t>, N. R., &amp; </a:t>
            </a:r>
            <a:r>
              <a:rPr lang="en-US" sz="2000" dirty="0" err="1"/>
              <a:t>Yuhana</a:t>
            </a:r>
            <a:r>
              <a:rPr lang="en-US" sz="2000" dirty="0"/>
              <a:t>, U. L. (2024). Design and Implementation of Centralized Loan 	Origination System with Agile Development Method. </a:t>
            </a:r>
            <a:r>
              <a:rPr lang="en-US" sz="2000" i="1" dirty="0"/>
              <a:t>IPTEK The Journal for Technology 	&amp; Science</a:t>
            </a:r>
            <a:r>
              <a:rPr lang="en-US" sz="2000" dirty="0"/>
              <a:t>, </a:t>
            </a:r>
            <a:r>
              <a:rPr lang="en-US" sz="2000" i="1" dirty="0"/>
              <a:t>35</a:t>
            </a:r>
            <a:r>
              <a:rPr lang="en-US" sz="2000" dirty="0"/>
              <a:t>(2), 94–104. https://doi.org/10.12962/j20882033.v35i2.17603</a:t>
            </a:r>
          </a:p>
        </p:txBody>
      </p:sp>
      <p:cxnSp>
        <p:nvCxnSpPr>
          <p:cNvPr id="4" name="Straight Connector 3">
            <a:extLst>
              <a:ext uri="{FF2B5EF4-FFF2-40B4-BE49-F238E27FC236}">
                <a16:creationId xmlns:a16="http://schemas.microsoft.com/office/drawing/2014/main" id="{A42E48B3-71C1-3756-1169-3636C0EBD377}"/>
              </a:ext>
            </a:extLst>
          </p:cNvPr>
          <p:cNvCxnSpPr>
            <a:cxnSpLocks/>
          </p:cNvCxnSpPr>
          <p:nvPr/>
        </p:nvCxnSpPr>
        <p:spPr>
          <a:xfrm>
            <a:off x="15240" y="1471672"/>
            <a:ext cx="12176760" cy="0"/>
          </a:xfrm>
          <a:prstGeom prst="line">
            <a:avLst/>
          </a:prstGeom>
          <a:ln w="76200">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8772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649</Words>
  <Application>Microsoft Office PowerPoint</Application>
  <PresentationFormat>Widescreen</PresentationFormat>
  <Paragraphs>62</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Wingdings</vt:lpstr>
      <vt:lpstr>Office Theme</vt:lpstr>
      <vt:lpstr>The approach to development. Agile vs. Waterfall</vt:lpstr>
      <vt:lpstr>PowerPoint Presentation</vt:lpstr>
      <vt:lpstr>Agile Process</vt:lpstr>
      <vt:lpstr>Waterfall Method</vt:lpstr>
      <vt:lpstr>Waterfall or Agile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 Carrigan</dc:creator>
  <cp:lastModifiedBy>Justin Carrigan</cp:lastModifiedBy>
  <cp:revision>1</cp:revision>
  <dcterms:created xsi:type="dcterms:W3CDTF">2026-04-12T08:45:36Z</dcterms:created>
  <dcterms:modified xsi:type="dcterms:W3CDTF">2026-04-12T09:49:05Z</dcterms:modified>
</cp:coreProperties>
</file>